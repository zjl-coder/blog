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Slides/notesSlide23.xml" ContentType="application/vnd.openxmlformats-officedocument.presentationml.notesSlide+xml"/>
  <Override PartName="/ppt/slideLayouts/slideLayout11.xml" ContentType="application/vnd.openxmlformats-officedocument.presentationml.slideLayout+xml"/>
  <Override PartName="/ppt/slides/slide12.xml" ContentType="application/vnd.openxmlformats-officedocument.presentationml.slide+xml"/>
  <Override PartName="/ppt/slideLayouts/slideLayout2.xml" ContentType="application/vnd.openxmlformats-officedocument.presentationml.slideLayout+xml"/>
  <Override PartName="/ppt/slides/slide10.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7.xml" ContentType="application/vnd.openxmlformats-officedocument.presentationml.notesSlide+xml"/>
  <Override PartName="/ppt/slideLayouts/slideLayout23.xml" ContentType="application/vnd.openxmlformats-officedocument.presentationml.slideLayout+xml"/>
  <Override PartName="/ppt/slides/slide9.xml" ContentType="application/vnd.openxmlformats-officedocument.presentationml.slide+xml"/>
  <Override PartName="/ppt/slideLayouts/slideLayout24.xml" ContentType="application/vnd.openxmlformats-officedocument.presentationml.slideLayout+xml"/>
  <Override PartName="/ppt/notesSlides/notesSlide24.xml" ContentType="application/vnd.openxmlformats-officedocument.presentationml.notesSlide+xml"/>
  <Override PartName="/ppt/notesSlides/notesSlide8.xml" ContentType="application/vnd.openxmlformats-officedocument.presentationml.notesSlide+xml"/>
  <Override PartName="/ppt/slideMasters/slideMaster2.xml" ContentType="application/vnd.openxmlformats-officedocument.presentationml.slideMaster+xml"/>
  <Override PartName="/ppt/notesSlides/notesSlide1.xml" ContentType="application/vnd.openxmlformats-officedocument.presentationml.notesSlide+xml"/>
  <Override PartName="/ppt/theme/theme2.xml" ContentType="application/vnd.openxmlformats-officedocument.theme+xml"/>
  <Override PartName="/ppt/notesSlides/notesSlide4.xml" ContentType="application/vnd.openxmlformats-officedocument.presentationml.notesSlide+xml"/>
  <Override PartName="/ppt/slideLayouts/slideLayout19.xml" ContentType="application/vnd.openxmlformats-officedocument.presentationml.slideLayout+xml"/>
  <Override PartName="/ppt/slides/slide22.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Layouts/slideLayout12.xml" ContentType="application/vnd.openxmlformats-officedocument.presentationml.slideLayout+xml"/>
  <Override PartName="/ppt/slides/slide24.xml" ContentType="application/vnd.openxmlformats-officedocument.presentationml.slide+xml"/>
  <Override PartName="/ppt/slideLayouts/slideLayout25.xml" ContentType="application/vnd.openxmlformats-officedocument.presentationml.slideLayout+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notesSlides/notesSlide22.xml" ContentType="application/vnd.openxmlformats-officedocument.presentationml.notesSlide+xml"/>
  <Override PartName="/ppt/slides/slide17.xml" ContentType="application/vnd.openxmlformats-officedocument.presentationml.slide+xml"/>
  <Override PartName="/ppt/slideLayouts/slideLayout22.xml" ContentType="application/vnd.openxmlformats-officedocument.presentationml.slideLayout+xml"/>
  <Override PartName="/ppt/slideLayouts/slideLayout4.xml" ContentType="application/vnd.openxmlformats-officedocument.presentationml.slideLayout+xml"/>
  <Override PartName="/ppt/notesSlides/notesSlide21.xml" ContentType="application/vnd.openxmlformats-officedocument.presentationml.notesSlide+xml"/>
  <Override PartName="/ppt/slides/slide7.xml" ContentType="application/vnd.openxmlformats-officedocument.presentationml.slide+xml"/>
  <Override PartName="/ppt/slides/slide6.xml" ContentType="application/vnd.openxmlformats-officedocument.presentationml.slide+xml"/>
  <Override PartName="/ppt/slideLayouts/slideLayout9.xml" ContentType="application/vnd.openxmlformats-officedocument.presentationml.slideLayout+xml"/>
  <Override PartName="/ppt/notesSlides/notesSlide11.xml" ContentType="application/vnd.openxmlformats-officedocument.presentationml.notesSlide+xml"/>
  <Override PartName="/ppt/notesSlides/notesSlide2.xml" ContentType="application/vnd.openxmlformats-officedocument.presentationml.notesSlide+xml"/>
  <Override PartName="/ppt/slideLayouts/slideLayout21.xml" ContentType="application/vnd.openxmlformats-officedocument.presentationml.slideLayout+xml"/>
  <Override PartName="/ppt/slides/slide15.xml" ContentType="application/vnd.openxmlformats-officedocument.presentationml.slide+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notesSlides/notesSlide14.xml" ContentType="application/vnd.openxmlformats-officedocument.presentationml.notesSlide+xml"/>
  <Override PartName="/ppt/notesSlides/notesSlide5.xml" ContentType="application/vnd.openxmlformats-officedocument.presentationml.notesSlide+xml"/>
  <Override PartName="/ppt/slides/slide19.xml" ContentType="application/vnd.openxmlformats-officedocument.presentationml.slide+xml"/>
  <Override PartName="/ppt/slideLayouts/slideLayout10.xml" ContentType="application/vnd.openxmlformats-officedocument.presentationml.slideLayout+xml"/>
  <Override PartName="/ppt/slides/slide1.xml" ContentType="application/vnd.openxmlformats-officedocument.presentationml.slide+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notesSlides/notesSlide3.xml" ContentType="application/vnd.openxmlformats-officedocument.presentationml.notesSlide+xml"/>
  <Override PartName="/ppt/slides/slide18.xml" ContentType="application/vnd.openxmlformats-officedocument.presentationml.slide+xml"/>
  <Override PartName="/docProps/app.xml" ContentType="application/vnd.openxmlformats-officedocument.extended-properties+xml"/>
  <Override PartName="/ppt/notesSlides/notesSlide10.xml" ContentType="application/vnd.openxmlformats-officedocument.presentationml.notesSlide+xml"/>
  <Override PartName="/ppt/presentation.xml" ContentType="application/vnd.openxmlformats-officedocument.presentationml.presentation.main+xml"/>
  <Override PartName="/docProps/core.xml" ContentType="application/vnd.openxmlformats-package.core-properties+xml"/>
  <Override PartName="/ppt/notesSlides/notesSlide19.xml" ContentType="application/vnd.openxmlformats-officedocument.presentationml.notesSlide+xml"/>
  <Override PartName="/ppt/slides/slide20.xml" ContentType="application/vnd.openxmlformats-officedocument.presentationml.slide+xml"/>
  <Override PartName="/ppt/slideLayouts/slideLayout13.xml" ContentType="application/vnd.openxmlformats-officedocument.presentationml.slideLayout+xml"/>
  <Override PartName="/ppt/slides/slide5.xml" ContentType="application/vnd.openxmlformats-officedocument.presentationml.slide+xml"/>
  <Override PartName="/ppt/slides/slide4.xml" ContentType="application/vnd.openxmlformats-officedocument.presentationml.slide+xml"/>
  <Override PartName="/ppt/slideLayouts/slideLayout14.xml" ContentType="application/vnd.openxmlformats-officedocument.presentationml.slideLayout+xml"/>
  <Override PartName="/ppt/notesSlides/notesSlide12.xml" ContentType="application/vnd.openxmlformats-officedocument.presentationml.notesSlide+xml"/>
  <Override PartName="/ppt/slideLayouts/slideLayout18.xml" ContentType="application/vnd.openxmlformats-officedocument.presentationml.slideLayout+xml"/>
  <Override PartName="/ppt/slides/slide3.xml" ContentType="application/vnd.openxmlformats-officedocument.presentationml.slide+xml"/>
  <Override PartName="/ppt/slides/slide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Layouts/slideLayout17.xml" ContentType="application/vnd.openxmlformats-officedocument.presentationml.slideLayout+xml"/>
  <Override PartName="/ppt/slides/slide21.xml" ContentType="application/vnd.openxmlformats-officedocument.presentationml.slide+xml"/>
  <Override PartName="/ppt/theme/theme1.xml" ContentType="application/vnd.openxmlformats-officedocument.them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slides/slide16.xml" ContentType="application/vnd.openxmlformats-officedocument.presentationml.slide+xml"/>
  <Override PartName="/ppt/tableStyles.xml" ContentType="application/vnd.openxmlformats-officedocument.presentationml.tableStyles+xml"/>
  <Override PartName="/ppt/slideLayouts/slideLayout8.xml" ContentType="application/vnd.openxmlformats-officedocument.presentationml.slideLayout+xml"/>
  <Override PartName="/ppt/slides/slide23.xml" ContentType="application/vnd.openxmlformats-officedocument.presentationml.slide+xml"/>
  <Override PartName="/ppt/notesSlides/notesSlide16.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 id="214748366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type="screen16x9"/>
  <p:notesSz cx="6858000" cy="9144000"/>
  <p:defaultTextStyle>
    <a:lvl1pPr marL="0" lvl="0" algn="l" defTabSz="914400">
      <a:lnSpc>
        <a:spcPct val="130000"/>
      </a:lnSpc>
      <a:defRPr sz="1800" kern="1200">
        <a:solidFill>
          <a:schemeClr val="tx1"/>
        </a:solidFill>
        <a:latin typeface="默认字体"/>
        <a:ea typeface="默认字体"/>
      </a:defRPr>
    </a:lvl1pPr>
    <a:lvl2pPr marL="457200" lvl="1" algn="l" defTabSz="914400">
      <a:lnSpc>
        <a:spcPct val="130000"/>
      </a:lnSpc>
      <a:defRPr sz="1800" kern="1200">
        <a:solidFill>
          <a:schemeClr val="tx1"/>
        </a:solidFill>
        <a:latin typeface="默认字体"/>
        <a:ea typeface="默认字体"/>
      </a:defRPr>
    </a:lvl2pPr>
    <a:lvl3pPr marL="914400" lvl="2" algn="l" defTabSz="914400">
      <a:lnSpc>
        <a:spcPct val="130000"/>
      </a:lnSpc>
      <a:defRPr sz="1800" kern="1200">
        <a:solidFill>
          <a:schemeClr val="tx1"/>
        </a:solidFill>
        <a:latin typeface="默认字体"/>
        <a:ea typeface="默认字体"/>
      </a:defRPr>
    </a:lvl3pPr>
    <a:lvl4pPr marL="1371600" lvl="3" algn="l" defTabSz="914400">
      <a:lnSpc>
        <a:spcPct val="130000"/>
      </a:lnSpc>
      <a:defRPr sz="1800" kern="1200">
        <a:solidFill>
          <a:schemeClr val="tx1"/>
        </a:solidFill>
        <a:latin typeface="默认字体"/>
        <a:ea typeface="默认字体"/>
      </a:defRPr>
    </a:lvl4pPr>
    <a:lvl5pPr marL="1828800" lvl="4" algn="l" defTabSz="914400">
      <a:lnSpc>
        <a:spcPct val="130000"/>
      </a:lnSpc>
      <a:defRPr sz="1800" kern="1200">
        <a:solidFill>
          <a:schemeClr val="tx1"/>
        </a:solidFill>
        <a:latin typeface="默认字体"/>
        <a:ea typeface="默认字体"/>
      </a:defRPr>
    </a:lvl5pPr>
    <a:lvl6pPr marL="2286000" lvl="5" algn="l" defTabSz="914400">
      <a:lnSpc>
        <a:spcPct val="130000"/>
      </a:lnSpc>
      <a:defRPr sz="1800" kern="1200">
        <a:solidFill>
          <a:schemeClr val="tx1"/>
        </a:solidFill>
        <a:latin typeface="默认字体"/>
        <a:ea typeface="默认字体"/>
      </a:defRPr>
    </a:lvl6pPr>
    <a:lvl7pPr marL="2743200" lvl="6" algn="l" defTabSz="914400">
      <a:lnSpc>
        <a:spcPct val="130000"/>
      </a:lnSpc>
      <a:defRPr sz="1800" kern="1200">
        <a:solidFill>
          <a:schemeClr val="tx1"/>
        </a:solidFill>
        <a:latin typeface="默认字体"/>
        <a:ea typeface="默认字体"/>
      </a:defRPr>
    </a:lvl7pPr>
    <a:lvl8pPr marL="3200400" lvl="7" algn="l" defTabSz="914400">
      <a:lnSpc>
        <a:spcPct val="130000"/>
      </a:lnSpc>
      <a:defRPr sz="1800" kern="1200">
        <a:solidFill>
          <a:schemeClr val="tx1"/>
        </a:solidFill>
        <a:latin typeface="默认字体"/>
        <a:ea typeface="默认字体"/>
      </a:defRPr>
    </a:lvl8pPr>
    <a:lvl9pPr marL="3657600" lvl="8" algn="l" defTabSz="914400">
      <a:lnSpc>
        <a:spcPct val="130000"/>
      </a:lnSpc>
      <a:defRPr sz="1800" kern="1200">
        <a:solidFill>
          <a:schemeClr val="tx1"/>
        </a:solidFill>
        <a:latin typeface="默认字体"/>
        <a:ea typeface="默认字体"/>
      </a:defRPr>
    </a:lvl9pPr>
  </p:defaultTextStyle>
</p:presentation>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_rels/presentation.xml.rels><?xml version="1.0" encoding="UTF-8" standalone="yes"?><Relationships xmlns="http://schemas.openxmlformats.org/package/2006/relationships"><Relationship Id="rId8" Type="http://schemas.openxmlformats.org/officeDocument/2006/relationships/slide" Target="slides/slide7.xml" /><Relationship Id="rId5" Type="http://schemas.openxmlformats.org/officeDocument/2006/relationships/slide" Target="slides/slide4.xml" /><Relationship Id="rId4" Type="http://schemas.openxmlformats.org/officeDocument/2006/relationships/slide" Target="slides/slide3.xml" /><Relationship Id="rId3" Type="http://schemas.openxmlformats.org/officeDocument/2006/relationships/slide" Target="slides/slide2.xml" /><Relationship Id="rId9" Type="http://schemas.openxmlformats.org/officeDocument/2006/relationships/slide" Target="slides/slide8.xml" /><Relationship Id="rId25" Type="http://schemas.openxmlformats.org/officeDocument/2006/relationships/slide" Target="slides/slide24.xml" /><Relationship Id="rId23" Type="http://schemas.openxmlformats.org/officeDocument/2006/relationships/slide" Target="slides/slide22.xml" /><Relationship Id="rId12" Type="http://schemas.openxmlformats.org/officeDocument/2006/relationships/slide" Target="slides/slide11.xml" /><Relationship Id="rId13" Type="http://schemas.openxmlformats.org/officeDocument/2006/relationships/slide" Target="slides/slide12.xml" /><Relationship Id="rId21" Type="http://schemas.openxmlformats.org/officeDocument/2006/relationships/slide" Target="slides/slide20.xml" /><Relationship Id="rId0" Type="http://schemas.openxmlformats.org/officeDocument/2006/relationships/slideMaster" Target="slideMasters/slideMaster1.xml" /><Relationship Id="rId10" Type="http://schemas.openxmlformats.org/officeDocument/2006/relationships/slide" Target="slides/slide9.xml" /><Relationship Id="rId1" Type="http://schemas.openxmlformats.org/officeDocument/2006/relationships/slideMaster" Target="slideMasters/slideMaster2.xml" /><Relationship Id="rId6" Type="http://schemas.openxmlformats.org/officeDocument/2006/relationships/slide" Target="slides/slide5.xml" /><Relationship Id="rId18" Type="http://schemas.openxmlformats.org/officeDocument/2006/relationships/slide" Target="slides/slide17.xml" /><Relationship Id="rId14" Type="http://schemas.openxmlformats.org/officeDocument/2006/relationships/slide" Target="slides/slide13.xml" /><Relationship Id="rId15" Type="http://schemas.openxmlformats.org/officeDocument/2006/relationships/slide" Target="slides/slide14.xml" /><Relationship Id="rId2" Type="http://schemas.openxmlformats.org/officeDocument/2006/relationships/slide" Target="slides/slide1.xml" /><Relationship Id="rId22" Type="http://schemas.openxmlformats.org/officeDocument/2006/relationships/slide" Target="slides/slide21.xml" /><Relationship Id="rId11" Type="http://schemas.openxmlformats.org/officeDocument/2006/relationships/slide" Target="slides/slide10.xml" /><Relationship Id="rId16" Type="http://schemas.openxmlformats.org/officeDocument/2006/relationships/slide" Target="slides/slide15.xml" /><Relationship Id="rId7" Type="http://schemas.openxmlformats.org/officeDocument/2006/relationships/slide" Target="slides/slide6.xml" /><Relationship Id="rId17" Type="http://schemas.openxmlformats.org/officeDocument/2006/relationships/slide" Target="slides/slide16.xml" /><Relationship Id="rId26" Type="http://schemas.openxmlformats.org/officeDocument/2006/relationships/tableStyles" Target="tableStyles.xml" /><Relationship Id="rId19" Type="http://schemas.openxmlformats.org/officeDocument/2006/relationships/slide" Target="slides/slide18.xml" /><Relationship Id="rId24" Type="http://schemas.openxmlformats.org/officeDocument/2006/relationships/slide" Target="slides/slide23.xml" /><Relationship Id="rId20" Type="http://schemas.openxmlformats.org/officeDocument/2006/relationships/slide" Target="slides/slide19.xml" /></Relationships>
</file>

<file path=ppt/notesSlides/_rels/notesSlide1.xml.rels><?xml version="1.0" encoding="UTF-8" standalone="yes"?><Relationships xmlns="http://schemas.openxmlformats.org/package/2006/relationships"><Relationship Id="rId0" Type="http://schemas.openxmlformats.org/officeDocument/2006/relationships/slide" Target="../slides/slide9.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10.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1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12.xml" /></Relationships>
</file>

<file path=ppt/notesSlides/_rels/notesSlide5.xml.rels><?xml version="1.0" encoding="UTF-8" standalone="yes"?><Relationships xmlns="http://schemas.openxmlformats.org/package/2006/relationships"><Relationship Id="rId0" Type="http://schemas.openxmlformats.org/officeDocument/2006/relationships/slide" Target="../slides/slide13.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14.xml" /></Relationships>
</file>

<file path=ppt/notesSlides/_rels/notesSlide7.xml.rels><?xml version="1.0" encoding="UTF-8" standalone="yes"?><Relationships xmlns="http://schemas.openxmlformats.org/package/2006/relationships"><Relationship Id="rId0" Type="http://schemas.openxmlformats.org/officeDocument/2006/relationships/slide" Target="../slides/slide15.xml" /></Relationships>
</file>

<file path=ppt/notesSlides/_rels/notesSlide8.xml.rels><?xml version="1.0" encoding="UTF-8" standalone="yes"?><Relationships xmlns="http://schemas.openxmlformats.org/package/2006/relationships"><Relationship Id="rId0" Type="http://schemas.openxmlformats.org/officeDocument/2006/relationships/slide" Target="../slides/slide16.xml" /></Relationships>
</file>

<file path=ppt/notesSlides/_rels/notesSlide9.xml.rels><?xml version="1.0" encoding="UTF-8" standalone="yes"?><Relationships xmlns="http://schemas.openxmlformats.org/package/2006/relationships"><Relationship Id="rId0" Type="http://schemas.openxmlformats.org/officeDocument/2006/relationships/slide" Target="../slides/slide17.xml" /></Relationships>
</file>

<file path=ppt/notesSlides/_rels/notesSlide10.xml.rels><?xml version="1.0" encoding="UTF-8" standalone="yes"?><Relationships xmlns="http://schemas.openxmlformats.org/package/2006/relationships"><Relationship Id="rId0" Type="http://schemas.openxmlformats.org/officeDocument/2006/relationships/slide" Target="../slides/slide18.xml" /></Relationships>
</file>

<file path=ppt/notesSlides/_rels/notesSlide11.xml.rels><?xml version="1.0" encoding="UTF-8" standalone="yes"?><Relationships xmlns="http://schemas.openxmlformats.org/package/2006/relationships"><Relationship Id="rId0" Type="http://schemas.openxmlformats.org/officeDocument/2006/relationships/slide" Target="../slides/slide1.xml" /></Relationships>
</file>

<file path=ppt/notesSlides/_rels/notesSlide12.xml.rels><?xml version="1.0" encoding="UTF-8" standalone="yes"?><Relationships xmlns="http://schemas.openxmlformats.org/package/2006/relationships"><Relationship Id="rId0" Type="http://schemas.openxmlformats.org/officeDocument/2006/relationships/slide" Target="../slides/slide19.xml" /></Relationships>
</file>

<file path=ppt/notesSlides/_rels/notesSlide13.xml.rels><?xml version="1.0" encoding="UTF-8" standalone="yes"?><Relationships xmlns="http://schemas.openxmlformats.org/package/2006/relationships"><Relationship Id="rId1" Type="http://schemas.openxmlformats.org/officeDocument/2006/relationships/hyperlink" Target="https://www.infoq.cn/article/MBm8yHd42pF0gKfj6cCi" TargetMode="External"/><Relationship Id="rId0" Type="http://schemas.openxmlformats.org/officeDocument/2006/relationships/slide" Target="../slides/slide20.xml" /></Relationships>
</file>

<file path=ppt/notesSlides/_rels/notesSlide14.xml.rels><?xml version="1.0" encoding="UTF-8" standalone="yes"?><Relationships xmlns="http://schemas.openxmlformats.org/package/2006/relationships"><Relationship Id="rId0" Type="http://schemas.openxmlformats.org/officeDocument/2006/relationships/slide" Target="../slides/slide21.xml" /></Relationships>
</file>

<file path=ppt/notesSlides/_rels/notesSlide15.xml.rels><?xml version="1.0" encoding="UTF-8" standalone="yes"?><Relationships xmlns="http://schemas.openxmlformats.org/package/2006/relationships"><Relationship Id="rId0" Type="http://schemas.openxmlformats.org/officeDocument/2006/relationships/slide" Target="../slides/slide22.xml" /></Relationships>
</file>

<file path=ppt/notesSlides/_rels/notesSlide16.xml.rels><?xml version="1.0" encoding="UTF-8" standalone="yes"?><Relationships xmlns="http://schemas.openxmlformats.org/package/2006/relationships"><Relationship Id="rId0" Type="http://schemas.openxmlformats.org/officeDocument/2006/relationships/slide" Target="../slides/slide23.xml" /></Relationships>
</file>

<file path=ppt/notesSlides/_rels/notesSlide17.xml.rels><?xml version="1.0" encoding="UTF-8" standalone="yes"?><Relationships xmlns="http://schemas.openxmlformats.org/package/2006/relationships"><Relationship Id="rId0" Type="http://schemas.openxmlformats.org/officeDocument/2006/relationships/slide" Target="../slides/slide24.xml" /></Relationships>
</file>

<file path=ppt/notesSlides/_rels/notesSlide18.xml.rels><?xml version="1.0" encoding="UTF-8" standalone="yes"?><Relationships xmlns="http://schemas.openxmlformats.org/package/2006/relationships"><Relationship Id="rId0" Type="http://schemas.openxmlformats.org/officeDocument/2006/relationships/slide" Target="../slides/slide2.xml" /></Relationships>
</file>

<file path=ppt/notesSlides/_rels/notesSlide19.xml.rels><?xml version="1.0" encoding="UTF-8" standalone="yes"?><Relationships xmlns="http://schemas.openxmlformats.org/package/2006/relationships"><Relationship Id="rId0" Type="http://schemas.openxmlformats.org/officeDocument/2006/relationships/slide" Target="../slides/slide3.xml" /></Relationships>
</file>

<file path=ppt/notesSlides/_rels/notesSlide20.xml.rels><?xml version="1.0" encoding="UTF-8" standalone="yes"?><Relationships xmlns="http://schemas.openxmlformats.org/package/2006/relationships"><Relationship Id="rId0" Type="http://schemas.openxmlformats.org/officeDocument/2006/relationships/slide" Target="../slides/slide4.xml" /></Relationships>
</file>

<file path=ppt/notesSlides/_rels/notesSlide21.xml.rels><?xml version="1.0" encoding="UTF-8" standalone="yes"?><Relationships xmlns="http://schemas.openxmlformats.org/package/2006/relationships"><Relationship Id="rId0" Type="http://schemas.openxmlformats.org/officeDocument/2006/relationships/slide" Target="../slides/slide5.xml" /></Relationships>
</file>

<file path=ppt/notesSlides/_rels/notesSlide22.xml.rels><?xml version="1.0" encoding="UTF-8" standalone="yes"?><Relationships xmlns="http://schemas.openxmlformats.org/package/2006/relationships"><Relationship Id="rId0" Type="http://schemas.openxmlformats.org/officeDocument/2006/relationships/slide" Target="../slides/slide6.xml" /></Relationships>
</file>

<file path=ppt/notesSlides/_rels/notesSlide23.xml.rels><?xml version="1.0" encoding="UTF-8" standalone="yes"?><Relationships xmlns="http://schemas.openxmlformats.org/package/2006/relationships"><Relationship Id="rId0" Type="http://schemas.openxmlformats.org/officeDocument/2006/relationships/slide" Target="../slides/slide7.xml" /></Relationships>
</file>

<file path=ppt/notesSlides/_rels/notesSlide24.xml.rels><?xml version="1.0" encoding="UTF-8" standalone="yes"?><Relationships xmlns="http://schemas.openxmlformats.org/package/2006/relationships"><Relationship Id="rId0" Type="http://schemas.openxmlformats.org/officeDocument/2006/relationships/slide" Target="../slides/slide8.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a:t>银行结算以日为单位，只需维护这个日账本的同步</a:t>
            </a:r>
            <a:endParaRPr/>
          </a:p>
          <a:p>
            <a:pPr marL="0" indent="0"/>
            <a:endParaRPr/>
          </a:p>
          <a:p>
            <a:pPr marL="0" lvl="0" indent="0"/>
            <a:r>
              <a:rPr/>
              <a:t>每个区块保存大概</a:t>
            </a:r>
            <a:r>
              <a:rPr/>
              <a:t>10</a:t>
            </a:r>
            <a:r>
              <a:rPr/>
              <a:t>分钟内收集到的合法交易</a:t>
            </a:r>
            <a:endParaRPr/>
          </a:p>
          <a:p>
            <a:pPr marL="0" lvl="0" indent="0"/>
            <a:r>
              <a:rPr/>
              <a:t>交易内容</a:t>
            </a:r>
            <a:r>
              <a:rPr/>
              <a:t>+</a:t>
            </a:r>
            <a:r>
              <a:rPr/>
              <a:t>时间</a:t>
            </a:r>
            <a:r>
              <a:rPr/>
              <a:t>+</a:t>
            </a:r>
            <a:r>
              <a:rPr/>
              <a:t>上一个区块的</a:t>
            </a:r>
            <a:r>
              <a:rPr/>
              <a:t>hash</a:t>
            </a:r>
            <a:r>
              <a:rPr/>
              <a:t>组成当前区块</a:t>
            </a:r>
            <a:endParaRPr/>
          </a:p>
          <a:p>
            <a:pPr marL="0" lvl="0" indent="0"/>
            <a:r>
              <a:rPr/>
              <a:t>每个区块保存上一个区块的</a:t>
            </a:r>
            <a:r>
              <a:rPr/>
              <a:t>hash</a:t>
            </a:r>
            <a:r>
              <a:rPr/>
              <a:t>（指纹）</a:t>
            </a:r>
            <a:endParaRPr/>
          </a:p>
          <a:p>
            <a:pPr marL="0" indent="0"/>
            <a:endParaRPr/>
          </a:p>
          <a:p>
            <a:pPr marL="0" indent="0"/>
            <a:endParaRPr/>
          </a:p>
          <a:p>
            <a:pPr marL="0" lvl="0" indent="0"/>
            <a:r>
              <a:rPr/>
              <a:t>一般区块由两部分组成，分别为区块头和区块体。区块体实际维护这个区块打包的所有交易，一旦区块确定，这个区块体中的交易内容就应该被锁定，不能再被修改了</a:t>
            </a:r>
            <a:endParaRPr/>
          </a:p>
          <a:p>
            <a:pPr marL="0" indent="0"/>
            <a:endParaRPr/>
          </a:p>
          <a:p>
            <a:pPr marL="0" lvl="0" indent="0"/>
            <a:r>
              <a:rPr/>
              <a:t>Merkle树</a:t>
            </a:r>
            <a:endParaRPr/>
          </a:p>
          <a:p>
            <a:pPr marL="0" indent="0"/>
            <a:endParaRPr/>
          </a:p>
          <a:p>
            <a:pPr marL="0" lvl="0" indent="0"/>
            <a:r>
              <a:rPr/>
              <a:t>梅克尔帕特里夏树(MPT)</a:t>
            </a:r>
            <a:endParaRPr/>
          </a:p>
          <a:p>
            <a:pPr marL="0" indent="0"/>
            <a:endParaRPr/>
          </a:p>
          <a:p>
            <a:pPr marL="0" lvl="0" indent="0"/>
            <a:r>
              <a:rPr/>
              <a:t>块的头结构中在保存Merkle根值的同时，还记录着时间戳、难度值、区块随机数、打包人地址等，这些数据也不能被篡改。因此可以将区块头中的这些字段集合一起计算哈希值，作为整个区块的哈希id，来锁定区块头中的数据</a:t>
            </a:r>
            <a:endParaRPr/>
          </a:p>
          <a:p>
            <a:pPr marL="0" lvl="0" indent="0"/>
            <a:r>
              <a:rPr/>
              <a:t>区块的哈希id被计算出来后，不应该直接记录在该区块上。如果有人想篡改区块头中的某个字段，导致该区块哈希id发生变化，做恶者只需同时更改该区块的哈希id即可，达不到防止篡改的目的。</a:t>
            </a:r>
            <a:endParaRPr/>
          </a:p>
          <a:p>
            <a:pPr marL="0" indent="0"/>
            <a:endParaRPr/>
          </a:p>
          <a:p>
            <a:pPr marL="0" lvl="0" indent="0"/>
            <a:r>
              <a:rPr/>
              <a:t>哈希链条具有传递性，因此任意一个区块内的修改，都会传导到整个哈希链条之中，导致之后生成的所有区块都需要被修改</a:t>
            </a:r>
            <a:endParaRPr/>
          </a:p>
        </p:txBody>
      </p:sp>
    </p:spTree>
  </p:cSld>
</p:notes>
</file>

<file path=ppt/notesSlides/notesSlide2.xml><?xml version="1.0" encoding="utf-8"?>
<p:notes xmlns:a="http://schemas.openxmlformats.org/drawingml/2006/main" xmlns:p="http://schemas.openxmlformats.org/presentationml/2006/main">
  <p:cSld>
    <p:spTree>
      <p:nvGrpSpPr>
        <p:cNvPr id="3" name=""/>
        <p:cNvGrpSpPr/>
        <p:nvPr/>
      </p:nvGrpSpPr>
      <p:grpSpPr>
        <a:xfrm>
          <a:off x="0" y="0"/>
          <a:ext cx="0" cy="0"/>
          <a:chOff x="0" y="0"/>
          <a:chExt cx="0" cy="0"/>
        </a:xfrm>
      </p:grpSpPr>
      <p:sp>
        <p:nvSpPr>
          <p:cNvPr id="4"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lang="zh-CN"/>
              <a:t>比特币的交易概念参考纸币，大家直接维护纸币，但是不维护账户。账户概念由钱包维护，钱包会收集所有</a:t>
            </a:r>
            <a:r>
              <a:rPr lang="en-US"/>
              <a:t>utxo</a:t>
            </a:r>
            <a:r>
              <a:rPr lang="zh-CN"/>
              <a:t>，并判断所属地址，进行累加</a:t>
            </a:r>
            <a:endParaRPr lang="zh-CN"/>
          </a:p>
          <a:p>
            <a:pPr marL="0" lvl="0" indent="0"/>
            <a:r>
              <a:rPr lang="zh-CN"/>
              <a:t>以太坊的交易概念参考银行储蓄账号，用户新建一个账号后，加入状态数，初始余额为</a:t>
            </a:r>
            <a:r>
              <a:rPr lang="en-US"/>
              <a:t>0</a:t>
            </a:r>
            <a:r>
              <a:rPr lang="zh-CN"/>
              <a:t>，随着交易的执行而变化。通过直接查询账号，即可获取余额</a:t>
            </a:r>
            <a:endParaRPr lang="zh-CN"/>
          </a:p>
          <a:p>
            <a:pPr marL="0" lvl="0" indent="0"/>
            <a:endParaRPr lang="zh-CN"/>
          </a:p>
          <a:p>
            <a:pPr marL="0" lvl="0" indent="0"/>
            <a:r>
              <a:rPr lang="zh-CN"/>
              <a:t>比特币私钥是一个随机的256位的二进制数字</a:t>
            </a:r>
            <a:endParaRPr lang="zh-CN"/>
          </a:p>
          <a:p>
            <a:pPr marL="0" lvl="0" indent="0"/>
            <a:endParaRPr lang="zh-CN"/>
          </a:p>
          <a:p>
            <a:pPr marL="0" lvl="0" indent="0"/>
            <a:r>
              <a:rPr lang="zh-CN"/>
              <a:t>确认</a:t>
            </a:r>
            <a:r>
              <a:rPr lang="en-US"/>
              <a:t>utxo</a:t>
            </a:r>
            <a:r>
              <a:rPr lang="zh-CN"/>
              <a:t>的所有权，需要拥有输出地址的公钥</a:t>
            </a:r>
            <a:endParaRPr lang="zh-CN"/>
          </a:p>
          <a:p>
            <a:pPr marL="0" lvl="0" indent="0"/>
            <a:r>
              <a:rPr lang="zh-CN"/>
              <a:t>花费</a:t>
            </a:r>
            <a:r>
              <a:rPr lang="en-US"/>
              <a:t>txo</a:t>
            </a:r>
            <a:r>
              <a:rPr lang="zh-CN"/>
              <a:t>，需要拥有输出地址的公钥关键字段的签名：</a:t>
            </a:r>
            <a:endParaRPr lang="zh-CN"/>
          </a:p>
          <a:p>
            <a:pPr marL="0" lvl="0" indent="0"/>
            <a:r>
              <a:rPr lang="en-US"/>
              <a:t>1.</a:t>
            </a:r>
            <a:r>
              <a:rPr lang="zh-CN"/>
              <a:t>通过公钥计算出地址，然后和 UTXO 的地址想比，确保一致，这样证明你提供确实拥有该地址</a:t>
            </a:r>
            <a:endParaRPr lang="zh-CN"/>
          </a:p>
          <a:p>
            <a:pPr marL="0" lvl="0" indent="0"/>
            <a:r>
              <a:rPr lang="en-US"/>
              <a:t>2.</a:t>
            </a:r>
            <a:r>
              <a:rPr lang="zh-CN"/>
              <a:t>通过公钥来验证签名，如果通过，则证明你拥有对应的私钥</a:t>
            </a:r>
            <a:endParaRPr lang="zh-CN"/>
          </a:p>
          <a:p>
            <a:pPr marL="0" lvl="0" indent="0"/>
            <a:endParaRPr lang="zh-CN"/>
          </a:p>
          <a:p>
            <a:pPr marL="0" lvl="0" indent="0">
              <a:lnSpc>
                <a:spcPct val="90000"/>
              </a:lnSpc>
            </a:pPr>
            <a:r>
              <a:rPr lang="zh-CN"/>
              <a:t>通过椭圆曲线生成公钥</a:t>
            </a:r>
            <a:endParaRPr lang="zh-CN"/>
          </a:p>
          <a:p>
            <a:pPr marL="0" lvl="0" indent="0"/>
            <a:endParaRPr lang="zh-CN"/>
          </a:p>
          <a:p>
            <a:pPr marL="0" lvl="0" indent="0"/>
            <a:r>
              <a:rPr lang="zh-CN"/>
              <a:t>公钥通过</a:t>
            </a:r>
            <a:r>
              <a:rPr lang="en-US"/>
              <a:t>SHA256+RIPEMD160</a:t>
            </a:r>
            <a:r>
              <a:rPr lang="zh-CN"/>
              <a:t>两次哈希，再通过</a:t>
            </a:r>
            <a:r>
              <a:rPr lang="en-US"/>
              <a:t>Base58Check</a:t>
            </a:r>
            <a:r>
              <a:rPr lang="zh-CN"/>
              <a:t>编码得到地址</a:t>
            </a:r>
            <a:endParaRPr lang="zh-CN"/>
          </a:p>
        </p:txBody>
      </p:sp>
    </p:spTree>
  </p:cSld>
</p:notes>
</file>

<file path=ppt/notesSlides/notesSlide3.xml><?xml version="1.0" encoding="utf-8"?>
<p:notes xmlns:a="http://schemas.openxmlformats.org/drawingml/2006/main" xmlns:p="http://schemas.openxmlformats.org/presentationml/2006/main">
  <p:cSld>
    <p:spTree>
      <p:nvGrpSpPr>
        <p:cNvPr id="5" name=""/>
        <p:cNvGrpSpPr/>
        <p:nvPr/>
      </p:nvGrpSpPr>
      <p:grpSpPr>
        <a:xfrm>
          <a:off x="0" y="0"/>
          <a:ext cx="0" cy="0"/>
          <a:chOff x="0" y="0"/>
          <a:chExt cx="0" cy="0"/>
        </a:xfrm>
      </p:grpSpPr>
      <p:sp>
        <p:nvSpPr>
          <p:cNvPr id="6" name="备注占位符 2"/>
          <p:cNvSpPr>
            <a:spLocks noGrp="true"/>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spcBef>
                <a:spcPct val="1"/>
              </a:spcBef>
            </a:pPr>
            <a:r>
              <a:rPr lang="zh-CN">
                <a:latin typeface="腾讯体 W7"/>
                <a:ea typeface="腾讯体 W7"/>
              </a:rPr>
              <a:t>区块链里的关键技术，单个来看，都不是新技术，但将这些技术形成一套组合拳，就有了一个创新的技术体系</a:t>
            </a:r>
            <a:r>
              <a:rPr lang="en-US">
                <a:latin typeface="腾讯体 W7"/>
                <a:ea typeface="腾讯体 W7"/>
              </a:rPr>
              <a:t>——</a:t>
            </a:r>
            <a:r>
              <a:rPr lang="zh-CN">
                <a:solidFill>
                  <a:srgbClr val="2392E4"/>
                </a:solidFill>
                <a:latin typeface="腾讯体 W7"/>
                <a:ea typeface="腾讯体 W7"/>
              </a:rPr>
              <a:t>区块链</a:t>
            </a:r>
            <a:endParaRPr lang="zh-CN">
              <a:solidFill>
                <a:srgbClr val="2392E4"/>
              </a:solidFill>
              <a:latin typeface="腾讯体 W7"/>
              <a:ea typeface="腾讯体 W7"/>
            </a:endParaRPr>
          </a:p>
          <a:p>
            <a:pPr marL="0" lvl="0" indent="0"/>
            <a:endParaRPr lang="zh-CN"/>
          </a:p>
        </p:txBody>
      </p:sp>
    </p:spTree>
  </p:cSld>
</p:notes>
</file>

<file path=ppt/notesSlides/notesSlide4.xml><?xml version="1.0" encoding="utf-8"?>
<p:notes xmlns:a="http://schemas.openxmlformats.org/drawingml/2006/main" xmlns:p="http://schemas.openxmlformats.org/presentationml/2006/main">
  <p:cSld>
    <p:spTree>
      <p:nvGrpSpPr>
        <p:cNvPr id="7" name=""/>
        <p:cNvGrpSpPr/>
        <p:nvPr/>
      </p:nvGrpSpPr>
      <p:grpSpPr>
        <a:xfrm>
          <a:off x="0" y="0"/>
          <a:ext cx="0" cy="0"/>
          <a:chOff x="0" y="0"/>
          <a:chExt cx="0" cy="0"/>
        </a:xfrm>
      </p:grpSpPr>
      <p:sp>
        <p:nvSpPr>
          <p:cNvPr id="8" name="文本占位符 2"/>
          <p:cNvSpPr>
            <a:spLocks noGrp="true"/>
          </p:cNvSpPr>
          <p:nvPr>
            <p:ph type="body" idx="4294967295"/>
          </p:nvPr>
        </p:nvSpPr>
        <p:spPr>
          <a:xfrm>
            <a:off x="906463" y="4689475"/>
            <a:ext cx="4984750" cy="4443413"/>
          </a:xfrm>
          <a:prstGeom prst="rect"/>
          <a:noFill/>
          <a:ln w="12700">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lang="en-US"/>
              <a:t>hashcash工作量证明</a:t>
            </a:r>
            <a:endParaRPr lang="en-US"/>
          </a:p>
          <a:p>
            <a:pPr marL="0" lvl="0" indent="0"/>
            <a:r>
              <a:rPr lang="en-US"/>
              <a:t>	账簿内容+任意随机数，通过sha256求散列x，x作为这个账簿的id，x必须满足前N（20）位为0才能被广播</a:t>
            </a:r>
            <a:endParaRPr lang="en-US"/>
          </a:p>
          <a:p>
            <a:pPr marL="0" lvl="0" indent="0"/>
            <a:r>
              <a:rPr lang="en-US"/>
              <a:t>	过滤可能出现的没有诚意的垃圾账簿</a:t>
            </a:r>
            <a:endParaRPr lang="en-US"/>
          </a:p>
          <a:p>
            <a:pPr marL="0" lvl="0" indent="0"/>
            <a:r>
              <a:rPr lang="en-US"/>
              <a:t>	</a:t>
            </a:r>
            <a:endParaRPr lang="en-US"/>
          </a:p>
          <a:p>
            <a:pPr marL="0" lvl="0" indent="0"/>
            <a:r>
              <a:rPr lang="en-US"/>
              <a:t>	从账簿链中创建一个新的临时账簿</a:t>
            </a:r>
            <a:endParaRPr lang="en-US"/>
          </a:p>
          <a:p>
            <a:pPr marL="0" lvl="0" indent="0"/>
            <a:r>
              <a:rPr lang="en-US"/>
              <a:t>	不断接收被广播，且未被加入账簿链中的交易单，检验交易单，并加入临时账簿</a:t>
            </a:r>
            <a:endParaRPr lang="en-US"/>
          </a:p>
          <a:p>
            <a:pPr marL="0" lvl="0" indent="0"/>
            <a:r>
              <a:rPr lang="en-US"/>
              <a:t>	猜随机数求散列</a:t>
            </a:r>
            <a:endParaRPr lang="en-US"/>
          </a:p>
          <a:p>
            <a:pPr marL="0" lvl="0" indent="0"/>
            <a:endParaRPr lang="en-US"/>
          </a:p>
          <a:p>
            <a:pPr marL="0" lvl="0" indent="0"/>
            <a:r>
              <a:rPr lang="en-US"/>
              <a:t>	如果猜到幸运数，广播账簿</a:t>
            </a:r>
            <a:endParaRPr lang="en-US"/>
          </a:p>
          <a:p>
            <a:pPr marL="0" lvl="0" indent="0"/>
            <a:r>
              <a:rPr lang="en-US"/>
              <a:t>	如果收到新账簿，验证账簿及其交易单</a:t>
            </a:r>
            <a:endParaRPr lang="en-US"/>
          </a:p>
          <a:p>
            <a:pPr marL="0" lvl="0" indent="0"/>
            <a:r>
              <a:rPr lang="en-US"/>
              <a:t>	如果收到新交易单，加入账簿，重新计算散列数</a:t>
            </a:r>
            <a:endParaRPr lang="en-US"/>
          </a:p>
          <a:p>
            <a:pPr marL="0" lvl="0" indent="0"/>
            <a:endParaRPr lang="en-US"/>
          </a:p>
          <a:p>
            <a:pPr marL="0" lvl="0" indent="0"/>
            <a:endParaRPr lang="en-US" b="true"/>
          </a:p>
          <a:p>
            <a:pPr marL="0" lvl="0" indent="0"/>
            <a:endParaRPr lang="en-US" b="true"/>
          </a:p>
          <a:p>
            <a:pPr marL="0" lvl="0" indent="0"/>
            <a:r>
              <a:rPr lang="en-US" b="true"/>
              <a:t>共识算法</a:t>
            </a:r>
            <a:endParaRPr lang="en-US" b="true"/>
          </a:p>
          <a:p>
            <a:pPr marL="0" lvl="0" indent="0"/>
            <a:r>
              <a:rPr lang="en-US">
                <a:solidFill>
                  <a:srgbClr val="000000"/>
                </a:solidFill>
                <a:latin typeface="微软雅黑"/>
                <a:ea typeface="微软雅黑"/>
              </a:rPr>
              <a:t>POW</a:t>
            </a:r>
            <a:endParaRPr lang="en-US" b="true"/>
          </a:p>
          <a:p>
            <a:pPr marL="352425" lvl="1" indent="-339725">
              <a:spcBef>
                <a:spcPct val="20000"/>
              </a:spcBef>
              <a:buSzPct val="70000"/>
              <a:buFont typeface="Wingdings" charset="2"/>
              <a:buChar char="²"/>
            </a:pPr>
            <a:r>
              <a:rPr lang="en-US">
                <a:solidFill>
                  <a:srgbClr val="000000"/>
                </a:solidFill>
                <a:latin typeface="微软雅黑"/>
                <a:ea typeface="微软雅黑"/>
              </a:rPr>
              <a:t>POS</a:t>
            </a:r>
            <a:r>
              <a:rPr lang="en-US">
                <a:solidFill>
                  <a:srgbClr val="000000"/>
                </a:solidFill>
                <a:latin typeface="微软雅黑"/>
                <a:ea typeface="微软雅黑"/>
              </a:rPr>
              <a:t>（</a:t>
            </a:r>
            <a:r>
              <a:rPr lang="en-US">
                <a:solidFill>
                  <a:srgbClr val="000000"/>
                </a:solidFill>
                <a:latin typeface="微软雅黑"/>
                <a:ea typeface="微软雅黑"/>
              </a:rPr>
              <a:t>Proof of stake</a:t>
            </a:r>
            <a:r>
              <a:rPr lang="en-US">
                <a:solidFill>
                  <a:srgbClr val="000000"/>
                </a:solidFill>
                <a:latin typeface="微软雅黑"/>
                <a:ea typeface="微软雅黑"/>
              </a:rPr>
              <a:t>）：</a:t>
            </a:r>
            <a:r>
              <a:rPr lang="zh-CN">
                <a:solidFill>
                  <a:srgbClr val="000000"/>
                </a:solidFill>
                <a:latin typeface="微软雅黑"/>
                <a:ea typeface="微软雅黑"/>
              </a:rPr>
              <a:t>股权证明机制</a:t>
            </a:r>
            <a:endParaRPr lang="zh-CN">
              <a:solidFill>
                <a:srgbClr val="000000"/>
              </a:solidFill>
              <a:latin typeface="微软雅黑"/>
              <a:ea typeface="微软雅黑"/>
            </a:endParaRPr>
          </a:p>
          <a:p>
            <a:pPr marL="352425" lvl="1" indent="-339725">
              <a:spcBef>
                <a:spcPct val="20000"/>
              </a:spcBef>
              <a:buSzPct val="70000"/>
              <a:buFont typeface="Wingdings" charset="2"/>
              <a:buChar char="²"/>
            </a:pPr>
            <a:r>
              <a:rPr lang="en-US">
                <a:solidFill>
                  <a:srgbClr val="000000"/>
                </a:solidFill>
                <a:latin typeface="微软雅黑"/>
                <a:ea typeface="微软雅黑"/>
              </a:rPr>
              <a:t>DPOS</a:t>
            </a:r>
            <a:r>
              <a:rPr lang="en-US">
                <a:solidFill>
                  <a:srgbClr val="000000"/>
                </a:solidFill>
                <a:latin typeface="微软雅黑"/>
                <a:ea typeface="微软雅黑"/>
              </a:rPr>
              <a:t>（</a:t>
            </a:r>
            <a:r>
              <a:rPr lang="en-US">
                <a:solidFill>
                  <a:srgbClr val="000000"/>
                </a:solidFill>
                <a:latin typeface="微软雅黑"/>
                <a:ea typeface="微软雅黑"/>
              </a:rPr>
              <a:t>Delegated Proof of stake</a:t>
            </a:r>
            <a:r>
              <a:rPr lang="en-US">
                <a:solidFill>
                  <a:srgbClr val="000000"/>
                </a:solidFill>
                <a:latin typeface="微软雅黑"/>
                <a:ea typeface="微软雅黑"/>
              </a:rPr>
              <a:t>）：</a:t>
            </a:r>
            <a:r>
              <a:rPr lang="zh-CN">
                <a:solidFill>
                  <a:srgbClr val="000000"/>
                </a:solidFill>
                <a:latin typeface="微软雅黑"/>
                <a:ea typeface="微软雅黑"/>
              </a:rPr>
              <a:t>授权股权证明机制</a:t>
            </a:r>
            <a:endParaRPr lang="zh-CN">
              <a:solidFill>
                <a:srgbClr val="000000"/>
              </a:solidFill>
              <a:latin typeface="微软雅黑"/>
              <a:ea typeface="微软雅黑"/>
            </a:endParaRPr>
          </a:p>
          <a:p>
            <a:pPr marL="352425" lvl="1" indent="-339725">
              <a:spcBef>
                <a:spcPct val="20000"/>
              </a:spcBef>
              <a:buSzPct val="70000"/>
              <a:buFont typeface="Wingdings" charset="2"/>
              <a:buChar char="²"/>
            </a:pPr>
            <a:r>
              <a:rPr lang="en-US">
                <a:solidFill>
                  <a:srgbClr val="000000"/>
                </a:solidFill>
                <a:latin typeface="微软雅黑"/>
                <a:ea typeface="微软雅黑"/>
              </a:rPr>
              <a:t>RAFT</a:t>
            </a:r>
            <a:r>
              <a:rPr lang="en-US">
                <a:solidFill>
                  <a:srgbClr val="000000"/>
                </a:solidFill>
                <a:latin typeface="微软雅黑"/>
                <a:ea typeface="微软雅黑"/>
              </a:rPr>
              <a:t>、</a:t>
            </a:r>
            <a:r>
              <a:rPr lang="en-US">
                <a:solidFill>
                  <a:srgbClr val="000000"/>
                </a:solidFill>
                <a:latin typeface="微软雅黑"/>
                <a:ea typeface="微软雅黑"/>
              </a:rPr>
              <a:t>BRT-RAFT</a:t>
            </a:r>
            <a:r>
              <a:rPr lang="en-US">
                <a:solidFill>
                  <a:srgbClr val="000000"/>
                </a:solidFill>
                <a:latin typeface="微软雅黑"/>
                <a:ea typeface="微软雅黑"/>
              </a:rPr>
              <a:t>：</a:t>
            </a:r>
            <a:r>
              <a:rPr lang="zh-CN">
                <a:solidFill>
                  <a:srgbClr val="000000"/>
                </a:solidFill>
                <a:latin typeface="微软雅黑"/>
                <a:ea typeface="微软雅黑"/>
              </a:rPr>
              <a:t>拜占庭容错共识算法</a:t>
            </a:r>
            <a:endParaRPr lang="zh-CN">
              <a:solidFill>
                <a:srgbClr val="000000"/>
              </a:solidFill>
              <a:latin typeface="微软雅黑"/>
              <a:ea typeface="微软雅黑"/>
            </a:endParaRPr>
          </a:p>
          <a:p>
            <a:pPr marL="352425" lvl="1" indent="-339725">
              <a:spcBef>
                <a:spcPct val="20000"/>
              </a:spcBef>
              <a:buSzPct val="70000"/>
              <a:buFont typeface="Wingdings" charset="2"/>
              <a:buChar char="²"/>
            </a:pPr>
            <a:endParaRPr lang="en-US" b="true"/>
          </a:p>
          <a:p>
            <a:pPr marL="352425" lvl="1" indent="-339725">
              <a:spcBef>
                <a:spcPct val="20000"/>
              </a:spcBef>
              <a:buSzPct val="70000"/>
              <a:buFont typeface="Wingdings" charset="2"/>
              <a:buChar char="²"/>
            </a:pPr>
            <a:endParaRPr lang="en-US" b="true">
              <a:solidFill>
                <a:srgbClr val="00B0F0"/>
              </a:solidFill>
              <a:ea typeface="微软雅黑"/>
            </a:endParaRPr>
          </a:p>
          <a:p>
            <a:pPr marL="352425" lvl="1" indent="-339725">
              <a:spcBef>
                <a:spcPct val="20000"/>
              </a:spcBef>
              <a:buSzPct val="70000"/>
              <a:buFont typeface="Wingdings" charset="2"/>
              <a:buChar char="•"/>
            </a:pPr>
            <a:endParaRPr lang="zh-CN" b="true">
              <a:solidFill>
                <a:srgbClr val="FFFFFF"/>
              </a:solidFill>
              <a:latin typeface="微软雅黑"/>
              <a:ea typeface="微软雅黑"/>
            </a:endParaRPr>
          </a:p>
          <a:p>
            <a:pPr marL="352425" lvl="1" indent="-339725">
              <a:spcBef>
                <a:spcPct val="20000"/>
              </a:spcBef>
              <a:buSzPct val="70000"/>
              <a:buFont typeface="Wingdings" charset="2"/>
              <a:buChar char="•"/>
            </a:pPr>
            <a:endParaRPr lang="en-US" b="true"/>
          </a:p>
        </p:txBody>
      </p:sp>
    </p:spTree>
  </p:cSld>
</p:notes>
</file>

<file path=ppt/notesSlides/notesSlide5.xml><?xml version="1.0" encoding="utf-8"?>
<p:notes xmlns:a="http://schemas.openxmlformats.org/drawingml/2006/main" xmlns:p="http://schemas.openxmlformats.org/presentationml/2006/main">
  <p:cSld>
    <p:spTree>
      <p:nvGrpSpPr>
        <p:cNvPr id="9" name=""/>
        <p:cNvGrpSpPr/>
        <p:nvPr/>
      </p:nvGrpSpPr>
      <p:grpSpPr>
        <a:xfrm>
          <a:off x="0" y="0"/>
          <a:ext cx="0" cy="0"/>
          <a:chOff x="0" y="0"/>
          <a:chExt cx="0" cy="0"/>
        </a:xfrm>
      </p:grpSpPr>
      <p:sp>
        <p:nvSpPr>
          <p:cNvPr id="10"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a:t>一般比特币是</a:t>
            </a:r>
            <a:r>
              <a:rPr/>
              <a:t>6</a:t>
            </a:r>
            <a:r>
              <a:rPr/>
              <a:t>个确认高度，约</a:t>
            </a:r>
            <a:r>
              <a:rPr/>
              <a:t>60</a:t>
            </a:r>
            <a:r>
              <a:rPr/>
              <a:t>分钟</a:t>
            </a:r>
            <a:endParaRPr/>
          </a:p>
          <a:p>
            <a:pPr marL="0" lvl="0" indent="0"/>
            <a:r>
              <a:rPr/>
              <a:t>以太坊是</a:t>
            </a:r>
            <a:r>
              <a:rPr/>
              <a:t>30</a:t>
            </a:r>
            <a:r>
              <a:rPr/>
              <a:t>个确认高度，约</a:t>
            </a:r>
            <a:r>
              <a:rPr/>
              <a:t>10</a:t>
            </a:r>
            <a:r>
              <a:rPr/>
              <a:t>分钟</a:t>
            </a:r>
            <a:endParaRPr/>
          </a:p>
          <a:p>
            <a:pPr marL="0" indent="0"/>
            <a:endParaRPr/>
          </a:p>
          <a:p>
            <a:pPr marL="0" lvl="0" indent="0"/>
            <a:r>
              <a:rPr/>
              <a:t>如果分叉太多，算力浪费，主链上总算力下降，容易造成双花攻击</a:t>
            </a:r>
            <a:endParaRPr/>
          </a:p>
          <a:p>
            <a:pPr marL="0" indent="0"/>
            <a:endParaRPr/>
          </a:p>
          <a:p>
            <a:pPr marL="0" lvl="0" indent="0"/>
            <a:r>
              <a:rPr/>
              <a:t>比特币延长区块生成时间，提升单个区块生成难度减少分叉，</a:t>
            </a:r>
            <a:r>
              <a:rPr/>
              <a:t>10</a:t>
            </a:r>
            <a:r>
              <a:rPr/>
              <a:t>分钟一个区块</a:t>
            </a:r>
            <a:endParaRPr/>
          </a:p>
          <a:p>
            <a:pPr marL="0" indent="0"/>
            <a:endParaRPr/>
          </a:p>
          <a:p>
            <a:pPr marL="0" lvl="0" indent="0"/>
            <a:r>
              <a:rPr/>
              <a:t>以太坊区块生成时间很短，</a:t>
            </a:r>
            <a:r>
              <a:rPr/>
              <a:t>15</a:t>
            </a:r>
            <a:r>
              <a:rPr/>
              <a:t>秒，引入叔块概念，叔块的挖掘者也能分得一些以太币奖励</a:t>
            </a:r>
            <a:endParaRPr/>
          </a:p>
          <a:p>
            <a:pPr marL="0" indent="0"/>
            <a:endParaRPr/>
          </a:p>
          <a:p>
            <a:pPr marL="0" lvl="0" indent="0"/>
            <a:r>
              <a:rPr/>
              <a:t>网络中区块传播扩散速度都有秒级的延迟，节点往往还未能沟通、同步最新的本高度区块，下一高度的区块就又产生了</a:t>
            </a:r>
            <a:endParaRPr/>
          </a:p>
          <a:p>
            <a:pPr marL="0" lvl="0" indent="0"/>
            <a:r>
              <a:rPr/>
              <a:t>对那些计算速度快，但网络条件较差的矿工而言不公平</a:t>
            </a:r>
            <a:endParaRPr/>
          </a:p>
        </p:txBody>
      </p:sp>
    </p:spTree>
  </p:cSld>
</p:notes>
</file>

<file path=ppt/notesSlides/notesSlide6.xml><?xml version="1.0" encoding="utf-8"?>
<p:notes xmlns:a="http://schemas.openxmlformats.org/drawingml/2006/main" xmlns:p="http://schemas.openxmlformats.org/presentationml/2006/main">
  <p:cSld>
    <p:spTree>
      <p:nvGrpSpPr>
        <p:cNvPr id="11" name=""/>
        <p:cNvGrpSpPr/>
        <p:nvPr/>
      </p:nvGrpSpPr>
      <p:grpSpPr>
        <a:xfrm>
          <a:off x="0" y="0"/>
          <a:ext cx="0" cy="0"/>
          <a:chOff x="0" y="0"/>
          <a:chExt cx="0" cy="0"/>
        </a:xfrm>
      </p:grpSpPr>
      <p:sp>
        <p:nvSpPr>
          <p:cNvPr id="12" name="文本占位符 2"/>
          <p:cNvSpPr>
            <a:spLocks noGrp="true"/>
          </p:cNvSpPr>
          <p:nvPr>
            <p:ph type="body" idx="4294967295"/>
          </p:nvPr>
        </p:nvSpPr>
        <p:spPr>
          <a:xfrm>
            <a:off x="906463" y="4689475"/>
            <a:ext cx="4984750" cy="4443413"/>
          </a:xfrm>
          <a:prstGeom prst="rect"/>
          <a:noFill/>
          <a:ln w="12700">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lang="en-US">
                <a:solidFill>
                  <a:srgbClr val="000000"/>
                </a:solidFill>
                <a:latin typeface="微软雅黑"/>
                <a:ea typeface="微软雅黑"/>
              </a:rPr>
              <a:t>POW</a:t>
            </a:r>
            <a:r>
              <a:rPr lang="en-US">
                <a:solidFill>
                  <a:srgbClr val="000000"/>
                </a:solidFill>
                <a:latin typeface="微软雅黑"/>
                <a:ea typeface="微软雅黑"/>
              </a:rPr>
              <a:t>（</a:t>
            </a:r>
            <a:r>
              <a:rPr lang="en-US">
                <a:solidFill>
                  <a:srgbClr val="000000"/>
                </a:solidFill>
                <a:latin typeface="微软雅黑"/>
                <a:ea typeface="微软雅黑"/>
              </a:rPr>
              <a:t>Proof of Work</a:t>
            </a:r>
            <a:r>
              <a:rPr lang="en-US">
                <a:solidFill>
                  <a:srgbClr val="000000"/>
                </a:solidFill>
                <a:latin typeface="微软雅黑"/>
                <a:ea typeface="微软雅黑"/>
              </a:rPr>
              <a:t>）</a:t>
            </a:r>
            <a:r>
              <a:rPr lang="zh-CN">
                <a:solidFill>
                  <a:srgbClr val="000000"/>
                </a:solidFill>
                <a:latin typeface="微软雅黑"/>
                <a:ea typeface="微软雅黑"/>
              </a:rPr>
              <a:t>：工作量证明机制</a:t>
            </a:r>
            <a:endParaRPr lang="zh-CN" b="true">
              <a:solidFill>
                <a:srgbClr val="000000"/>
              </a:solidFill>
              <a:latin typeface="微软雅黑"/>
              <a:ea typeface="微软雅黑"/>
            </a:endParaRPr>
          </a:p>
          <a:p>
            <a:pPr marL="12700" lvl="1" indent="0">
              <a:spcBef>
                <a:spcPct val="20000"/>
              </a:spcBef>
              <a:buSzPct val="70000"/>
              <a:buFont typeface="Wingdings" charset="2"/>
              <a:buChar char="•"/>
            </a:pPr>
            <a:r>
              <a:rPr lang="en-US">
                <a:solidFill>
                  <a:srgbClr val="000000"/>
                </a:solidFill>
                <a:latin typeface="微软雅黑"/>
                <a:ea typeface="微软雅黑"/>
              </a:rPr>
              <a:t>POS</a:t>
            </a:r>
            <a:r>
              <a:rPr lang="en-US">
                <a:solidFill>
                  <a:srgbClr val="000000"/>
                </a:solidFill>
                <a:latin typeface="微软雅黑"/>
                <a:ea typeface="微软雅黑"/>
              </a:rPr>
              <a:t>（</a:t>
            </a:r>
            <a:r>
              <a:rPr lang="en-US">
                <a:solidFill>
                  <a:srgbClr val="000000"/>
                </a:solidFill>
                <a:latin typeface="微软雅黑"/>
                <a:ea typeface="微软雅黑"/>
              </a:rPr>
              <a:t>Proof of stake</a:t>
            </a:r>
            <a:r>
              <a:rPr lang="en-US">
                <a:solidFill>
                  <a:srgbClr val="000000"/>
                </a:solidFill>
                <a:latin typeface="微软雅黑"/>
                <a:ea typeface="微软雅黑"/>
              </a:rPr>
              <a:t>）：</a:t>
            </a:r>
            <a:r>
              <a:rPr lang="zh-CN">
                <a:solidFill>
                  <a:srgbClr val="000000"/>
                </a:solidFill>
                <a:latin typeface="微软雅黑"/>
                <a:ea typeface="微软雅黑"/>
              </a:rPr>
              <a:t>股权证明机制</a:t>
            </a:r>
            <a:endParaRPr lang="zh-CN">
              <a:solidFill>
                <a:srgbClr val="000000"/>
              </a:solidFill>
              <a:latin typeface="微软雅黑"/>
              <a:ea typeface="微软雅黑"/>
            </a:endParaRPr>
          </a:p>
          <a:p>
            <a:pPr marL="12700" lvl="1" indent="0">
              <a:spcBef>
                <a:spcPct val="20000"/>
              </a:spcBef>
              <a:buSzPct val="70000"/>
              <a:buFont typeface="Wingdings" charset="2"/>
              <a:buChar char="•"/>
            </a:pPr>
            <a:r>
              <a:rPr lang="en-US">
                <a:solidFill>
                  <a:srgbClr val="000000"/>
                </a:solidFill>
                <a:latin typeface="微软雅黑"/>
                <a:ea typeface="微软雅黑"/>
              </a:rPr>
              <a:t>DPOS</a:t>
            </a:r>
            <a:r>
              <a:rPr lang="en-US">
                <a:solidFill>
                  <a:srgbClr val="000000"/>
                </a:solidFill>
                <a:latin typeface="微软雅黑"/>
                <a:ea typeface="微软雅黑"/>
              </a:rPr>
              <a:t>（</a:t>
            </a:r>
            <a:r>
              <a:rPr lang="en-US">
                <a:solidFill>
                  <a:srgbClr val="000000"/>
                </a:solidFill>
                <a:latin typeface="微软雅黑"/>
                <a:ea typeface="微软雅黑"/>
              </a:rPr>
              <a:t>Delegated Proof of stake</a:t>
            </a:r>
            <a:r>
              <a:rPr lang="en-US">
                <a:solidFill>
                  <a:srgbClr val="000000"/>
                </a:solidFill>
                <a:latin typeface="微软雅黑"/>
                <a:ea typeface="微软雅黑"/>
              </a:rPr>
              <a:t>）：</a:t>
            </a:r>
            <a:r>
              <a:rPr lang="zh-CN">
                <a:solidFill>
                  <a:srgbClr val="000000"/>
                </a:solidFill>
                <a:latin typeface="微软雅黑"/>
                <a:ea typeface="微软雅黑"/>
              </a:rPr>
              <a:t>授权股权证明机制</a:t>
            </a:r>
            <a:endParaRPr lang="zh-CN">
              <a:solidFill>
                <a:srgbClr val="000000"/>
              </a:solidFill>
              <a:latin typeface="微软雅黑"/>
              <a:ea typeface="微软雅黑"/>
            </a:endParaRPr>
          </a:p>
          <a:p>
            <a:pPr marL="12700" lvl="1" indent="0">
              <a:spcBef>
                <a:spcPct val="20000"/>
              </a:spcBef>
              <a:buSzPct val="70000"/>
              <a:buFont typeface="Wingdings" charset="2"/>
              <a:buChar char="•"/>
            </a:pPr>
            <a:r>
              <a:rPr lang="en-US">
                <a:solidFill>
                  <a:srgbClr val="000000"/>
                </a:solidFill>
                <a:latin typeface="微软雅黑"/>
                <a:ea typeface="微软雅黑"/>
              </a:rPr>
              <a:t>PBFT</a:t>
            </a:r>
            <a:r>
              <a:rPr lang="en-US">
                <a:solidFill>
                  <a:srgbClr val="000000"/>
                </a:solidFill>
                <a:latin typeface="微软雅黑"/>
                <a:ea typeface="微软雅黑"/>
              </a:rPr>
              <a:t>、</a:t>
            </a:r>
            <a:r>
              <a:rPr lang="en-US">
                <a:solidFill>
                  <a:srgbClr val="000000"/>
                </a:solidFill>
                <a:latin typeface="微软雅黑"/>
                <a:ea typeface="微软雅黑"/>
              </a:rPr>
              <a:t>BFT-RAFT</a:t>
            </a:r>
            <a:r>
              <a:rPr lang="en-US">
                <a:solidFill>
                  <a:srgbClr val="000000"/>
                </a:solidFill>
                <a:latin typeface="微软雅黑"/>
                <a:ea typeface="微软雅黑"/>
              </a:rPr>
              <a:t>：</a:t>
            </a:r>
            <a:r>
              <a:rPr lang="zh-CN">
                <a:solidFill>
                  <a:srgbClr val="000000"/>
                </a:solidFill>
                <a:latin typeface="微软雅黑"/>
                <a:ea typeface="微软雅黑"/>
              </a:rPr>
              <a:t>拜占庭容错共识算法</a:t>
            </a:r>
            <a:endParaRPr lang="zh-CN">
              <a:solidFill>
                <a:srgbClr val="000000"/>
              </a:solidFill>
              <a:latin typeface="微软雅黑"/>
              <a:ea typeface="微软雅黑"/>
            </a:endParaRPr>
          </a:p>
          <a:p>
            <a:pPr marL="12700" lvl="1" indent="0">
              <a:spcBef>
                <a:spcPct val="20000"/>
              </a:spcBef>
              <a:buSzPct val="70000"/>
              <a:buFont typeface="Wingdings" charset="2"/>
              <a:buChar char="•"/>
            </a:pPr>
            <a:endParaRPr lang="en-US"/>
          </a:p>
          <a:p>
            <a:pPr marL="12700" lvl="1" indent="0">
              <a:spcBef>
                <a:spcPct val="20000"/>
              </a:spcBef>
              <a:buSzPct val="70000"/>
              <a:buFont typeface="Wingdings" charset="2"/>
              <a:buChar char="•"/>
            </a:pPr>
            <a:endParaRPr lang="en-US"/>
          </a:p>
          <a:p>
            <a:pPr marL="12700" lvl="1" indent="0">
              <a:spcBef>
                <a:spcPct val="20000"/>
              </a:spcBef>
              <a:buSzPct val="70000"/>
              <a:buFont typeface="Wingdings" charset="2"/>
            </a:pPr>
            <a:r>
              <a:rPr lang="zh-CN"/>
              <a:t>最终一致性不适合私有链和联盟链，因为共识效率低，提供共识效率又会牺牲共识协议的安全性</a:t>
            </a:r>
            <a:endParaRPr lang="zh-CN"/>
          </a:p>
          <a:p>
            <a:pPr marL="12700" lvl="1" indent="0">
              <a:spcBef>
                <a:spcPct val="20000"/>
              </a:spcBef>
              <a:buSzPct val="70000"/>
              <a:buFont typeface="Wingdings" charset="2"/>
            </a:pPr>
            <a:r>
              <a:rPr lang="en-US"/>
              <a:t>POW</a:t>
            </a:r>
            <a:r>
              <a:rPr lang="zh-CN"/>
              <a:t>弊端：节点和算力并不是均匀分布的，可能被恶意垄断；资源浪费</a:t>
            </a:r>
            <a:endParaRPr lang="zh-CN"/>
          </a:p>
        </p:txBody>
      </p:sp>
    </p:spTree>
  </p:cSld>
</p:notes>
</file>

<file path=ppt/notesSlides/notesSlide7.xml><?xml version="1.0" encoding="utf-8"?>
<p:notes xmlns:a="http://schemas.openxmlformats.org/drawingml/2006/main" xmlns:p="http://schemas.openxmlformats.org/presentationml/2006/main">
  <p:cSld>
    <p:spTree>
      <p:nvGrpSpPr>
        <p:cNvPr id="13" name=""/>
        <p:cNvGrpSpPr/>
        <p:nvPr/>
      </p:nvGrpSpPr>
      <p:grpSpPr>
        <a:xfrm>
          <a:off x="0" y="0"/>
          <a:ext cx="0" cy="0"/>
          <a:chOff x="0" y="0"/>
          <a:chExt cx="0" cy="0"/>
        </a:xfrm>
      </p:grpSpPr>
      <p:sp>
        <p:nvSpPr>
          <p:cNvPr id="14" name="备注占位符 2"/>
          <p:cNvSpPr>
            <a:spLocks noGrp="true"/>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spcBef>
                <a:spcPct val="1"/>
              </a:spcBef>
            </a:pPr>
            <a:r>
              <a:rPr lang="zh-CN">
                <a:latin typeface="腾讯体 W7"/>
                <a:ea typeface="腾讯体 W7"/>
              </a:rPr>
              <a:t>区块链里的关键技术，单个来看，都不是新技术，但将这些技术形成一套组合拳，就有了一个创新的技术体系</a:t>
            </a:r>
            <a:r>
              <a:rPr lang="en-US">
                <a:latin typeface="腾讯体 W7"/>
                <a:ea typeface="腾讯体 W7"/>
              </a:rPr>
              <a:t>——</a:t>
            </a:r>
            <a:r>
              <a:rPr lang="zh-CN">
                <a:solidFill>
                  <a:srgbClr val="2392E4"/>
                </a:solidFill>
                <a:latin typeface="腾讯体 W7"/>
                <a:ea typeface="腾讯体 W7"/>
              </a:rPr>
              <a:t>区块链</a:t>
            </a:r>
            <a:endParaRPr lang="zh-CN">
              <a:solidFill>
                <a:srgbClr val="2392E4"/>
              </a:solidFill>
              <a:latin typeface="腾讯体 W7"/>
              <a:ea typeface="腾讯体 W7"/>
            </a:endParaRPr>
          </a:p>
          <a:p>
            <a:pPr marL="0" lvl="0" indent="0"/>
            <a:endParaRPr lang="zh-CN"/>
          </a:p>
        </p:txBody>
      </p:sp>
    </p:spTree>
  </p:cSld>
</p:notes>
</file>

<file path=ppt/notesSlides/notesSlide8.xml><?xml version="1.0" encoding="utf-8"?>
<p:notes xmlns:a="http://schemas.openxmlformats.org/drawingml/2006/main" xmlns:p="http://schemas.openxmlformats.org/presentationml/2006/main">
  <p:cSld>
    <p:spTree>
      <p:nvGrpSpPr>
        <p:cNvPr id="15" name=""/>
        <p:cNvGrpSpPr/>
        <p:nvPr/>
      </p:nvGrpSpPr>
      <p:grpSpPr>
        <a:xfrm>
          <a:off x="0" y="0"/>
          <a:ext cx="0" cy="0"/>
          <a:chOff x="0" y="0"/>
          <a:chExt cx="0" cy="0"/>
        </a:xfrm>
      </p:grpSpPr>
      <p:sp>
        <p:nvSpPr>
          <p:cNvPr id="16"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indent="0"/>
            <a:endParaRPr/>
          </a:p>
        </p:txBody>
      </p:sp>
    </p:spTree>
  </p:cSld>
</p:notes>
</file>

<file path=ppt/notesSlides/notesSlide9.xml><?xml version="1.0" encoding="utf-8"?>
<p:notes xmlns:a="http://schemas.openxmlformats.org/drawingml/2006/main" xmlns:p="http://schemas.openxmlformats.org/presentationml/2006/main">
  <p:cSld>
    <p:spTree>
      <p:nvGrpSpPr>
        <p:cNvPr id="17" name=""/>
        <p:cNvGrpSpPr/>
        <p:nvPr/>
      </p:nvGrpSpPr>
      <p:grpSpPr>
        <a:xfrm>
          <a:off x="0" y="0"/>
          <a:ext cx="0" cy="0"/>
          <a:chOff x="0" y="0"/>
          <a:chExt cx="0" cy="0"/>
        </a:xfrm>
      </p:grpSpPr>
      <p:sp>
        <p:nvSpPr>
          <p:cNvPr id="18"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lang="zh-CN"/>
              <a:t>现实世界需要处理各种纷繁复杂的行为，约定、仲裁、执行</a:t>
            </a:r>
            <a:endParaRPr lang="zh-CN"/>
          </a:p>
          <a:p>
            <a:pPr marL="0" lvl="0" indent="0"/>
            <a:r>
              <a:rPr lang="zh-CN">
                <a:latin typeface="Calibri"/>
              </a:rPr>
              <a:t>资产、投票、保险、金融应用等。可信转账只是金融行为很小额一部分</a:t>
            </a:r>
            <a:endParaRPr lang="en-US">
              <a:latin typeface="Calibri"/>
            </a:endParaRPr>
          </a:p>
        </p:txBody>
      </p:sp>
    </p:spTree>
  </p:cSld>
</p:notes>
</file>

<file path=ppt/notesSlides/notesSlide10.xml><?xml version="1.0" encoding="utf-8"?>
<p:notes xmlns:a="http://schemas.openxmlformats.org/drawingml/2006/main" xmlns:p="http://schemas.openxmlformats.org/presentationml/2006/main">
  <p:cSld>
    <p:spTree>
      <p:nvGrpSpPr>
        <p:cNvPr id="19" name=""/>
        <p:cNvGrpSpPr/>
        <p:nvPr/>
      </p:nvGrpSpPr>
      <p:grpSpPr>
        <a:xfrm>
          <a:off x="0" y="0"/>
          <a:ext cx="0" cy="0"/>
          <a:chOff x="0" y="0"/>
          <a:chExt cx="0" cy="0"/>
        </a:xfrm>
      </p:grpSpPr>
      <p:sp>
        <p:nvSpPr>
          <p:cNvPr id="20" name="备注占位符 2"/>
          <p:cNvSpPr>
            <a:spLocks noGrp="true"/>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spcBef>
                <a:spcPct val="1"/>
              </a:spcBef>
            </a:pPr>
            <a:r>
              <a:rPr lang="zh-CN">
                <a:latin typeface="腾讯体 W7"/>
                <a:ea typeface="腾讯体 W7"/>
              </a:rPr>
              <a:t>区块链里的关键技术，单个来看，都不是新技术，但将这些技术形成一套组合拳，就有了一个创新的技术体系</a:t>
            </a:r>
            <a:r>
              <a:rPr lang="en-US">
                <a:latin typeface="腾讯体 W7"/>
                <a:ea typeface="腾讯体 W7"/>
              </a:rPr>
              <a:t>——</a:t>
            </a:r>
            <a:r>
              <a:rPr lang="zh-CN">
                <a:solidFill>
                  <a:srgbClr val="2392E4"/>
                </a:solidFill>
                <a:latin typeface="腾讯体 W7"/>
                <a:ea typeface="腾讯体 W7"/>
              </a:rPr>
              <a:t>区块链</a:t>
            </a:r>
            <a:endParaRPr lang="zh-CN">
              <a:solidFill>
                <a:srgbClr val="2392E4"/>
              </a:solidFill>
              <a:latin typeface="腾讯体 W7"/>
              <a:ea typeface="腾讯体 W7"/>
            </a:endParaRPr>
          </a:p>
          <a:p>
            <a:pPr marL="0" lvl="0" indent="0"/>
            <a:endParaRPr lang="zh-CN"/>
          </a:p>
        </p:txBody>
      </p:sp>
    </p:spTree>
  </p:cSld>
</p:notes>
</file>

<file path=ppt/notesSlides/notesSlide11.xml><?xml version="1.0" encoding="utf-8"?>
<p:notes xmlns:a="http://schemas.openxmlformats.org/drawingml/2006/main" xmlns:p="http://schemas.openxmlformats.org/presentationml/2006/main">
  <p:cSld>
    <p:spTree>
      <p:nvGrpSpPr>
        <p:cNvPr id="21" name=""/>
        <p:cNvGrpSpPr/>
        <p:nvPr/>
      </p:nvGrpSpPr>
      <p:grpSpPr>
        <a:xfrm>
          <a:off x="0" y="0"/>
          <a:ext cx="0" cy="0"/>
          <a:chOff x="0" y="0"/>
          <a:chExt cx="0" cy="0"/>
        </a:xfrm>
      </p:grpSpPr>
      <p:sp>
        <p:nvSpPr>
          <p:cNvPr id="22" name="Rectangle 3"/>
          <p:cNvSpPr>
            <a:spLocks noGrp="true"/>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indent="0"/>
            <a:endParaRPr/>
          </a:p>
        </p:txBody>
      </p:sp>
    </p:spTree>
  </p:cSld>
</p:notes>
</file>

<file path=ppt/notesSlides/notesSlide12.xml><?xml version="1.0" encoding="utf-8"?>
<p:notes xmlns:a="http://schemas.openxmlformats.org/drawingml/2006/main" xmlns:p="http://schemas.openxmlformats.org/presentationml/2006/main">
  <p:cSld>
    <p:spTree>
      <p:nvGrpSpPr>
        <p:cNvPr id="23" name=""/>
        <p:cNvGrpSpPr/>
        <p:nvPr/>
      </p:nvGrpSpPr>
      <p:grpSpPr>
        <a:xfrm>
          <a:off x="0" y="0"/>
          <a:ext cx="0" cy="0"/>
          <a:chOff x="0" y="0"/>
          <a:chExt cx="0" cy="0"/>
        </a:xfrm>
      </p:grpSpPr>
      <p:sp>
        <p:nvSpPr>
          <p:cNvPr id="24"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indent="0"/>
            <a:endParaRPr/>
          </a:p>
        </p:txBody>
      </p:sp>
    </p:spTree>
  </p:cSld>
</p:notes>
</file>

<file path=ppt/notesSlides/notesSlide13.xml><?xml version="1.0" encoding="utf-8"?>
<p:notes xmlns:ahyp="http://schemas.microsoft.com/office/drawing/2018/hyperlinkcolor" xmlns:a="http://schemas.openxmlformats.org/drawingml/2006/main" xmlns:p="http://schemas.openxmlformats.org/presentationml/2006/main" xmlns:r="http://schemas.openxmlformats.org/officeDocument/2006/relationships" xmlns:mc="http://schemas.openxmlformats.org/markup-compatibility/2006" mc:Ignorable="ahyp">
  <p:cSld>
    <p:spTree>
      <p:nvGrpSpPr>
        <p:cNvPr id="25" name=""/>
        <p:cNvGrpSpPr/>
        <p:nvPr/>
      </p:nvGrpSpPr>
      <p:grpSpPr>
        <a:xfrm>
          <a:off x="0" y="0"/>
          <a:ext cx="0" cy="0"/>
          <a:chOff x="0" y="0"/>
          <a:chExt cx="0" cy="0"/>
        </a:xfrm>
      </p:grpSpPr>
      <p:sp>
        <p:nvSpPr>
          <p:cNvPr id="26"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spcBef>
                <a:spcPct val="1"/>
              </a:spcBef>
            </a:pPr>
            <a:r>
              <a:rPr lang="zh-CN"/>
              <a:t>比特币事实上的维护者是比特币基金会 </a:t>
            </a:r>
            <a:r>
              <a:rPr lang="en-US"/>
              <a:t>Bitcoin Foundation</a:t>
            </a:r>
            <a:endParaRPr lang="en-US"/>
          </a:p>
          <a:p>
            <a:pPr marL="0" lvl="0" indent="0">
              <a:spcBef>
                <a:spcPct val="1"/>
              </a:spcBef>
            </a:pPr>
            <a:r>
              <a:rPr lang="zh-CN"/>
              <a:t>联盟链，有明确的机制准入，属于参与联盟的机构或主体。 有较强的安全性，性能良好、管理友好、有归属。</a:t>
            </a:r>
            <a:r>
              <a:rPr lang="zh-CN">
                <a:solidFill>
                  <a:srgbClr val="0950F9"/>
                </a:solidFill>
                <a:latin typeface="微软雅黑"/>
                <a:ea typeface="微软雅黑"/>
              </a:rPr>
              <a:t>因此，联盟链具备中心化管理能力，在政务领域，部门协同场景适用联盟链技术形式。</a:t>
            </a:r>
            <a:endParaRPr lang="en-US"/>
          </a:p>
          <a:p>
            <a:pPr marL="0" lvl="0" indent="0">
              <a:spcBef>
                <a:spcPct val="1"/>
              </a:spcBef>
            </a:pPr>
            <a:r>
              <a:rPr lang="zh-CN"/>
              <a:t>私有链的代表是招行的跨境清算系统，在这个系统中，招行将他的</a:t>
            </a:r>
            <a:r>
              <a:rPr lang="en-US"/>
              <a:t>6</a:t>
            </a:r>
            <a:r>
              <a:rPr lang="zh-CN"/>
              <a:t>个海外机构，</a:t>
            </a:r>
            <a:r>
              <a:rPr lang="en-US">
                <a:latin typeface="Calibri"/>
              </a:rPr>
              <a:t>1 </a:t>
            </a:r>
            <a:r>
              <a:rPr lang="zh-CN">
                <a:latin typeface="Calibri"/>
              </a:rPr>
              <a:t>个子行和</a:t>
            </a:r>
            <a:r>
              <a:rPr lang="en-US">
                <a:latin typeface="Calibri"/>
              </a:rPr>
              <a:t>5</a:t>
            </a:r>
            <a:r>
              <a:rPr lang="zh-CN">
                <a:latin typeface="Calibri"/>
              </a:rPr>
              <a:t>个分行拉进一条链，任何两个机构之间都可以发起清算请求，任何两个机构都可以进行清算。</a:t>
            </a:r>
            <a:endParaRPr lang="en-US"/>
          </a:p>
          <a:p>
            <a:pPr marL="0" lvl="0" indent="0">
              <a:spcBef>
                <a:spcPct val="1"/>
              </a:spcBef>
            </a:pPr>
            <a:endParaRPr lang="en-US"/>
          </a:p>
          <a:p>
            <a:pPr marL="0" lvl="0" indent="0">
              <a:spcBef>
                <a:spcPct val="1"/>
              </a:spcBef>
            </a:pPr>
            <a:endParaRPr lang="en-US"/>
          </a:p>
          <a:p>
            <a:pPr marL="0" lvl="0" indent="0">
              <a:spcBef>
                <a:spcPct val="1"/>
              </a:spcBef>
            </a:pPr>
            <a:r>
              <a:rPr lang="en-US">
                <a:hlinkClick r:id="rId1">
                  <a:extLst>
                    <a:ext uri="">
                      <ahyp:hlinkClr val="hlink"/>
                    </a:ext>
                  </a:extLst>
                </a:hlinkClick>
              </a:rPr>
              <a:t>https://www.infoq.cn/article/MBm8yHd42pF0gKfj6cCi</a:t>
            </a:r>
            <a:endParaRPr lang="en-US"/>
          </a:p>
          <a:p>
            <a:pPr marL="0" lvl="0" indent="0"/>
            <a:endParaRPr lang="zh-CN"/>
          </a:p>
        </p:txBody>
      </p:sp>
    </p:spTree>
  </p:cSld>
</p:notes>
</file>

<file path=ppt/notesSlides/notesSlide14.xml><?xml version="1.0" encoding="utf-8"?>
<p:notes xmlns:a="http://schemas.openxmlformats.org/drawingml/2006/main" xmlns:p="http://schemas.openxmlformats.org/presentationml/2006/main">
  <p:cSld>
    <p:spTree>
      <p:nvGrpSpPr>
        <p:cNvPr id="27" name=""/>
        <p:cNvGrpSpPr/>
        <p:nvPr/>
      </p:nvGrpSpPr>
      <p:grpSpPr>
        <a:xfrm>
          <a:off x="0" y="0"/>
          <a:ext cx="0" cy="0"/>
          <a:chOff x="0" y="0"/>
          <a:chExt cx="0" cy="0"/>
        </a:xfrm>
      </p:grpSpPr>
      <p:sp>
        <p:nvSpPr>
          <p:cNvPr id="28" name="备注占位符 2"/>
          <p:cNvSpPr>
            <a:spLocks noGrp="true"/>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indent="0"/>
            <a:endParaRPr/>
          </a:p>
        </p:txBody>
      </p:sp>
    </p:spTree>
  </p:cSld>
</p:notes>
</file>

<file path=ppt/notesSlides/notesSlide15.xml><?xml version="1.0" encoding="utf-8"?>
<p:notes xmlns:a="http://schemas.openxmlformats.org/drawingml/2006/main" xmlns:p="http://schemas.openxmlformats.org/presentationml/2006/main">
  <p:cSld>
    <p:spTree>
      <p:nvGrpSpPr>
        <p:cNvPr id="29" name=""/>
        <p:cNvGrpSpPr/>
        <p:nvPr/>
      </p:nvGrpSpPr>
      <p:grpSpPr>
        <a:xfrm>
          <a:off x="0" y="0"/>
          <a:ext cx="0" cy="0"/>
          <a:chOff x="0" y="0"/>
          <a:chExt cx="0" cy="0"/>
        </a:xfrm>
      </p:grpSpPr>
      <p:sp>
        <p:nvSpPr>
          <p:cNvPr id="30" name="备注占位符 2"/>
          <p:cNvSpPr>
            <a:spLocks noGrp="true" noTextEdit="true"/>
          </p:cNvSpPr>
          <p:nvPr>
            <p:ph type="body" idx="4294967295"/>
          </p:nvPr>
        </p:nvSpPr>
        <p:spPr>
          <a:xfrm>
            <a:off x="906463" y="4689475"/>
            <a:ext cx="4984750" cy="4443413"/>
          </a:xfrm>
          <a:prstGeom prst="rect"/>
          <a:noFill/>
          <a:ln w="9525">
            <a:noFill/>
            <a:miter lim="800000"/>
          </a:ln>
        </p:spPr>
        <p:txBody>
          <a:bodyPr/>
          <a:p/>
        </p:txBody>
      </p:sp>
    </p:spTree>
  </p:cSld>
</p:notes>
</file>

<file path=ppt/notesSlides/notesSlide16.xml><?xml version="1.0" encoding="utf-8"?>
<p:notes xmlns:a="http://schemas.openxmlformats.org/drawingml/2006/main" xmlns:p="http://schemas.openxmlformats.org/presentationml/2006/main">
  <p:cSld>
    <p:spTree>
      <p:nvGrpSpPr>
        <p:cNvPr id="31" name=""/>
        <p:cNvGrpSpPr/>
        <p:nvPr/>
      </p:nvGrpSpPr>
      <p:grpSpPr>
        <a:xfrm>
          <a:off x="0" y="0"/>
          <a:ext cx="0" cy="0"/>
          <a:chOff x="0" y="0"/>
          <a:chExt cx="0" cy="0"/>
        </a:xfrm>
      </p:grpSpPr>
      <p:sp>
        <p:nvSpPr>
          <p:cNvPr id="32" name="备注占位符 2"/>
          <p:cNvSpPr>
            <a:spLocks noGrp="true" noTextEdit="true"/>
          </p:cNvSpPr>
          <p:nvPr>
            <p:ph type="body" idx="4294967295"/>
          </p:nvPr>
        </p:nvSpPr>
        <p:spPr>
          <a:xfrm>
            <a:off x="906463" y="4689475"/>
            <a:ext cx="4984750" cy="4443413"/>
          </a:xfrm>
          <a:prstGeom prst="rect"/>
          <a:noFill/>
          <a:ln w="9525">
            <a:noFill/>
            <a:miter lim="800000"/>
          </a:ln>
        </p:spPr>
        <p:txBody>
          <a:bodyPr/>
          <a:p/>
        </p:txBody>
      </p:sp>
    </p:spTree>
  </p:cSld>
</p:notes>
</file>

<file path=ppt/notesSlides/notesSlide17.xml><?xml version="1.0" encoding="utf-8"?>
<p:notes xmlns:a="http://schemas.openxmlformats.org/drawingml/2006/main" xmlns:p="http://schemas.openxmlformats.org/presentationml/2006/main">
  <p:cSld>
    <p:spTree>
      <p:nvGrpSpPr>
        <p:cNvPr id="33" name=""/>
        <p:cNvGrpSpPr/>
        <p:nvPr/>
      </p:nvGrpSpPr>
      <p:grpSpPr>
        <a:xfrm>
          <a:off x="0" y="0"/>
          <a:ext cx="0" cy="0"/>
          <a:chOff x="0" y="0"/>
          <a:chExt cx="0" cy="0"/>
        </a:xfrm>
      </p:grpSpPr>
      <p:sp>
        <p:nvSpPr>
          <p:cNvPr id="34" name="备注占位符 2"/>
          <p:cNvSpPr>
            <a:spLocks noGrp="true" noTextEdit="true"/>
          </p:cNvSpPr>
          <p:nvPr>
            <p:ph type="body" idx="4294967295"/>
          </p:nvPr>
        </p:nvSpPr>
        <p:spPr>
          <a:xfrm>
            <a:off x="906463" y="4689475"/>
            <a:ext cx="4984750" cy="4443413"/>
          </a:xfrm>
          <a:prstGeom prst="rect"/>
          <a:noFill/>
          <a:ln w="9525">
            <a:noFill/>
            <a:miter lim="800000"/>
          </a:ln>
        </p:spPr>
        <p:txBody>
          <a:bodyPr/>
          <a:p/>
        </p:txBody>
      </p:sp>
    </p:spTree>
  </p:cSld>
</p:notes>
</file>

<file path=ppt/notesSlides/notesSlide18.xml><?xml version="1.0" encoding="utf-8"?>
<p:notes xmlns:a="http://schemas.openxmlformats.org/drawingml/2006/main" xmlns:p="http://schemas.openxmlformats.org/presentationml/2006/main">
  <p:cSld>
    <p:spTree>
      <p:nvGrpSpPr>
        <p:cNvPr id="35" name=""/>
        <p:cNvGrpSpPr/>
        <p:nvPr/>
      </p:nvGrpSpPr>
      <p:grpSpPr>
        <a:xfrm>
          <a:off x="0" y="0"/>
          <a:ext cx="0" cy="0"/>
          <a:chOff x="0" y="0"/>
          <a:chExt cx="0" cy="0"/>
        </a:xfrm>
      </p:grpSpPr>
      <p:sp>
        <p:nvSpPr>
          <p:cNvPr id="36" name="备注占位符 2"/>
          <p:cNvSpPr>
            <a:spLocks noGrp="true"/>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spcBef>
                <a:spcPct val="1"/>
              </a:spcBef>
            </a:pPr>
            <a:r>
              <a:rPr lang="zh-CN">
                <a:latin typeface="腾讯体 W7"/>
                <a:ea typeface="腾讯体 W7"/>
              </a:rPr>
              <a:t>区块链里的关键技术，单个来看，都不是新技术，但将这些技术形成一套组合拳，就有了一个创新的技术体系</a:t>
            </a:r>
            <a:r>
              <a:rPr lang="en-US">
                <a:latin typeface="腾讯体 W7"/>
                <a:ea typeface="腾讯体 W7"/>
              </a:rPr>
              <a:t>——</a:t>
            </a:r>
            <a:r>
              <a:rPr lang="zh-CN">
                <a:solidFill>
                  <a:srgbClr val="2392E4"/>
                </a:solidFill>
                <a:latin typeface="腾讯体 W7"/>
                <a:ea typeface="腾讯体 W7"/>
              </a:rPr>
              <a:t>区块链</a:t>
            </a:r>
            <a:endParaRPr lang="zh-CN">
              <a:solidFill>
                <a:srgbClr val="2392E4"/>
              </a:solidFill>
              <a:latin typeface="腾讯体 W7"/>
              <a:ea typeface="腾讯体 W7"/>
            </a:endParaRPr>
          </a:p>
          <a:p>
            <a:pPr marL="0" lvl="0" indent="0"/>
            <a:endParaRPr lang="zh-CN"/>
          </a:p>
        </p:txBody>
      </p:sp>
    </p:spTree>
  </p:cSld>
</p:notes>
</file>

<file path=ppt/notesSlides/notesSlide19.xml><?xml version="1.0" encoding="utf-8"?>
<p:notes xmlns:a="http://schemas.openxmlformats.org/drawingml/2006/main" xmlns:p="http://schemas.openxmlformats.org/presentationml/2006/main">
  <p:cSld>
    <p:spTree>
      <p:nvGrpSpPr>
        <p:cNvPr id="37" name=""/>
        <p:cNvGrpSpPr/>
        <p:nvPr/>
      </p:nvGrpSpPr>
      <p:grpSpPr>
        <a:xfrm>
          <a:off x="0" y="0"/>
          <a:ext cx="0" cy="0"/>
          <a:chOff x="0" y="0"/>
          <a:chExt cx="0" cy="0"/>
        </a:xfrm>
      </p:grpSpPr>
      <p:sp>
        <p:nvSpPr>
          <p:cNvPr id="38"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lang="zh-CN"/>
              <a:t>Hash算法没有一个固定的公式，只要符合散列思想的算法都可以被称为是Hash算法</a:t>
            </a:r>
            <a:endParaRPr lang="zh-CN"/>
          </a:p>
          <a:p>
            <a:pPr marL="0" lvl="0" indent="0"/>
            <a:r>
              <a:rPr lang="zh-CN"/>
              <a:t>姓名： </a:t>
            </a:r>
            <a:r>
              <a:rPr lang="en-US"/>
              <a:t>teemo -&gt; t</a:t>
            </a:r>
            <a:endParaRPr lang="en-US"/>
          </a:p>
          <a:p>
            <a:pPr marL="0" lvl="0" indent="0"/>
            <a:r>
              <a:rPr lang="en-US"/>
              <a:t>           spruce -&gt; s</a:t>
            </a:r>
            <a:endParaRPr lang="en-US"/>
          </a:p>
          <a:p>
            <a:pPr marL="0" lvl="0" indent="0"/>
            <a:r>
              <a:rPr lang="zh-CN"/>
              <a:t>把任意长度的输入（又叫做预映射pre-image）通过散列算法变换成固定长度的输出，只能从输入推导出输出，几乎不可能从输出推导出输入</a:t>
            </a:r>
            <a:endParaRPr lang="zh-CN"/>
          </a:p>
          <a:p>
            <a:pPr marL="0" lvl="0" indent="0"/>
            <a:r>
              <a:rPr lang="zh-CN"/>
              <a:t>得出的</a:t>
            </a:r>
            <a:r>
              <a:rPr lang="en-US"/>
              <a:t>hash</a:t>
            </a:r>
            <a:r>
              <a:rPr lang="zh-CN"/>
              <a:t>值一致，可认为大概率输入源是一致的，如果不一致，则输入源必然不同</a:t>
            </a:r>
            <a:endParaRPr lang="zh-CN"/>
          </a:p>
          <a:p>
            <a:pPr marL="0" lvl="0" indent="0"/>
            <a:endParaRPr lang="zh-CN"/>
          </a:p>
          <a:p>
            <a:pPr marL="0" lvl="0" indent="0"/>
            <a:r>
              <a:rPr lang="zh-CN"/>
              <a:t>MD</a:t>
            </a:r>
            <a:r>
              <a:rPr lang="en-US"/>
              <a:t>5</a:t>
            </a:r>
            <a:r>
              <a:rPr lang="zh-CN"/>
              <a:t>，</a:t>
            </a:r>
            <a:r>
              <a:rPr lang="en-US"/>
              <a:t>SHA256</a:t>
            </a:r>
            <a:endParaRPr lang="en-US"/>
          </a:p>
          <a:p>
            <a:pPr marL="0" lvl="0" indent="0"/>
            <a:endParaRPr lang="en-US"/>
          </a:p>
          <a:p>
            <a:pPr marL="0" lvl="0" indent="0"/>
            <a:r>
              <a:rPr lang="en-US"/>
              <a:t>文件校验</a:t>
            </a:r>
            <a:r>
              <a:rPr lang="zh-CN"/>
              <a:t>，是否被篡改</a:t>
            </a:r>
            <a:endParaRPr lang="zh-CN"/>
          </a:p>
          <a:p>
            <a:pPr marL="0" lvl="0" indent="0"/>
            <a:r>
              <a:rPr lang="zh-CN"/>
              <a:t>指纹</a:t>
            </a:r>
            <a:endParaRPr lang="en-US"/>
          </a:p>
          <a:p>
            <a:pPr marL="0" lvl="0" indent="0"/>
            <a:endParaRPr lang="en-US"/>
          </a:p>
          <a:p>
            <a:pPr marL="0" lvl="0" indent="0"/>
            <a:r>
              <a:rPr lang="zh-CN"/>
              <a:t>优秀的</a:t>
            </a:r>
            <a:r>
              <a:rPr lang="en-US"/>
              <a:t>hash</a:t>
            </a:r>
            <a:r>
              <a:rPr lang="zh-CN"/>
              <a:t>算法：</a:t>
            </a:r>
            <a:endParaRPr lang="en-US"/>
          </a:p>
          <a:p>
            <a:pPr marL="0" lvl="0" indent="0"/>
            <a:r>
              <a:rPr lang="zh-CN"/>
              <a:t>正向快速：给定长度的消息可以在有限时间资源内计算得到哈希值；</a:t>
            </a:r>
            <a:endParaRPr lang="zh-CN"/>
          </a:p>
          <a:p>
            <a:pPr marL="0" lvl="0" indent="0"/>
            <a:r>
              <a:rPr lang="zh-CN"/>
              <a:t>逆向困难：给定哈希值，几乎不可能反向推导出原消息内容；</a:t>
            </a:r>
            <a:endParaRPr lang="zh-CN"/>
          </a:p>
          <a:p>
            <a:pPr marL="0" lvl="0" indent="0"/>
            <a:r>
              <a:rPr lang="zh-CN"/>
              <a:t>输入敏感：原始数据发生任何改变，算出来的哈希值都应该有很大的不同；</a:t>
            </a:r>
            <a:endParaRPr lang="zh-CN"/>
          </a:p>
          <a:p>
            <a:pPr marL="0" lvl="0" indent="0"/>
            <a:r>
              <a:rPr lang="zh-CN"/>
              <a:t>冲突避免：很难找到两个不同的消息，分别计算出来的哈希值是相同的（产生了碰撞）。</a:t>
            </a:r>
            <a:endParaRPr lang="zh-CN"/>
          </a:p>
          <a:p>
            <a:pPr marL="0" lvl="0" indent="0"/>
            <a:endParaRPr lang="zh-CN"/>
          </a:p>
          <a:p>
            <a:pPr marL="0" lvl="0" indent="0"/>
            <a:r>
              <a:rPr lang="zh-CN"/>
              <a:t>MD和SHA系列算法</a:t>
            </a:r>
            <a:endParaRPr lang="zh-CN"/>
          </a:p>
        </p:txBody>
      </p:sp>
    </p:spTree>
  </p:cSld>
</p:notes>
</file>

<file path=ppt/notesSlides/notesSlide20.xml><?xml version="1.0" encoding="utf-8"?>
<p:notes xmlns:a="http://schemas.openxmlformats.org/drawingml/2006/main" xmlns:p="http://schemas.openxmlformats.org/presentationml/2006/main">
  <p:cSld>
    <p:spTree>
      <p:nvGrpSpPr>
        <p:cNvPr id="39" name=""/>
        <p:cNvGrpSpPr/>
        <p:nvPr/>
      </p:nvGrpSpPr>
      <p:grpSpPr>
        <a:xfrm>
          <a:off x="0" y="0"/>
          <a:ext cx="0" cy="0"/>
          <a:chOff x="0" y="0"/>
          <a:chExt cx="0" cy="0"/>
        </a:xfrm>
      </p:grpSpPr>
      <p:sp>
        <p:nvSpPr>
          <p:cNvPr id="40"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lang="zh-CN"/>
              <a:t>对称加密</a:t>
            </a:r>
            <a:r>
              <a:rPr lang="en-US"/>
              <a:t>:</a:t>
            </a:r>
            <a:endParaRPr lang="en-US"/>
          </a:p>
          <a:p>
            <a:pPr marL="0" lvl="0" indent="0"/>
            <a:r>
              <a:rPr lang="en-US"/>
              <a:t>3DES</a:t>
            </a:r>
            <a:r>
              <a:rPr lang="zh-CN"/>
              <a:t>，</a:t>
            </a:r>
            <a:r>
              <a:rPr lang="en-US"/>
              <a:t>AES</a:t>
            </a:r>
            <a:endParaRPr lang="en-US"/>
          </a:p>
          <a:p>
            <a:pPr marL="0" lvl="0" indent="0"/>
            <a:r>
              <a:rPr lang="en-US"/>
              <a:t>Alice</a:t>
            </a:r>
            <a:r>
              <a:rPr lang="zh-CN"/>
              <a:t>和</a:t>
            </a:r>
            <a:r>
              <a:rPr lang="en-US"/>
              <a:t>Bob</a:t>
            </a:r>
            <a:r>
              <a:rPr lang="zh-CN"/>
              <a:t>事先约定好一个共用的密钥</a:t>
            </a:r>
            <a:r>
              <a:rPr lang="en-US"/>
              <a:t>key</a:t>
            </a:r>
            <a:r>
              <a:rPr lang="zh-CN"/>
              <a:t>，</a:t>
            </a:r>
            <a:r>
              <a:rPr lang="en-US"/>
              <a:t>Alice</a:t>
            </a:r>
            <a:r>
              <a:rPr lang="zh-CN"/>
              <a:t>在发送内容时，先用这个</a:t>
            </a:r>
            <a:r>
              <a:rPr lang="en-US"/>
              <a:t>key</a:t>
            </a:r>
            <a:r>
              <a:rPr lang="zh-CN"/>
              <a:t>加密，</a:t>
            </a:r>
            <a:r>
              <a:rPr lang="en-US"/>
              <a:t>Bob</a:t>
            </a:r>
            <a:r>
              <a:rPr lang="zh-CN"/>
              <a:t>收到加密过的内容后，再用这个</a:t>
            </a:r>
            <a:r>
              <a:rPr lang="en-US"/>
              <a:t>key</a:t>
            </a:r>
            <a:r>
              <a:rPr lang="zh-CN"/>
              <a:t>解密。</a:t>
            </a:r>
            <a:endParaRPr lang="zh-CN"/>
          </a:p>
          <a:p>
            <a:pPr marL="0" lvl="0" indent="0"/>
            <a:r>
              <a:rPr lang="zh-CN"/>
              <a:t>存在事先交换</a:t>
            </a:r>
            <a:r>
              <a:rPr lang="en-US"/>
              <a:t>key</a:t>
            </a:r>
            <a:r>
              <a:rPr lang="zh-CN"/>
              <a:t>的过程，</a:t>
            </a:r>
            <a:r>
              <a:rPr lang="en-US"/>
              <a:t>key</a:t>
            </a:r>
            <a:r>
              <a:rPr lang="zh-CN"/>
              <a:t>可能泄露。</a:t>
            </a:r>
            <a:endParaRPr lang="zh-CN"/>
          </a:p>
          <a:p>
            <a:pPr marL="0" lvl="0" indent="0"/>
            <a:endParaRPr lang="zh-CN"/>
          </a:p>
          <a:p>
            <a:pPr marL="0" lvl="0" indent="0"/>
            <a:r>
              <a:rPr lang="zh-CN"/>
              <a:t>非对称加密：</a:t>
            </a:r>
            <a:endParaRPr lang="zh-CN"/>
          </a:p>
          <a:p>
            <a:pPr marL="0" lvl="0" indent="0"/>
            <a:r>
              <a:rPr lang="en-US"/>
              <a:t>RSA</a:t>
            </a:r>
            <a:r>
              <a:rPr lang="zh-CN"/>
              <a:t>，</a:t>
            </a:r>
            <a:r>
              <a:rPr lang="en-US"/>
              <a:t>ECC</a:t>
            </a:r>
            <a:endParaRPr lang="en-US"/>
          </a:p>
          <a:p>
            <a:pPr marL="0" lvl="0" indent="0">
              <a:lnSpc>
                <a:spcPct val="150000"/>
              </a:lnSpc>
            </a:pPr>
            <a:r>
              <a:rPr lang="en-US">
                <a:solidFill>
                  <a:srgbClr val="4F4F4F"/>
                </a:solidFill>
                <a:latin typeface="华文楷体"/>
                <a:ea typeface="华文楷体"/>
              </a:rPr>
              <a:t>Bob </a:t>
            </a:r>
            <a:r>
              <a:rPr lang="zh-CN">
                <a:solidFill>
                  <a:srgbClr val="4F4F4F"/>
                </a:solidFill>
                <a:latin typeface="华文楷体"/>
                <a:ea typeface="华文楷体"/>
              </a:rPr>
              <a:t>事先生成一对公钥和私钥，私钥 </a:t>
            </a:r>
            <a:r>
              <a:rPr lang="en-US">
                <a:solidFill>
                  <a:srgbClr val="4F4F4F"/>
                </a:solidFill>
                <a:latin typeface="华文楷体"/>
                <a:ea typeface="华文楷体"/>
              </a:rPr>
              <a:t>pri </a:t>
            </a:r>
            <a:r>
              <a:rPr lang="zh-CN">
                <a:solidFill>
                  <a:srgbClr val="4F4F4F"/>
                </a:solidFill>
                <a:latin typeface="华文楷体"/>
                <a:ea typeface="华文楷体"/>
              </a:rPr>
              <a:t>由自己保管，把公钥 </a:t>
            </a:r>
            <a:r>
              <a:rPr lang="en-US">
                <a:solidFill>
                  <a:srgbClr val="4F4F4F"/>
                </a:solidFill>
                <a:latin typeface="华文楷体"/>
                <a:ea typeface="华文楷体"/>
              </a:rPr>
              <a:t>pub </a:t>
            </a:r>
            <a:r>
              <a:rPr lang="zh-CN">
                <a:solidFill>
                  <a:srgbClr val="4F4F4F"/>
                </a:solidFill>
                <a:latin typeface="华文楷体"/>
                <a:ea typeface="华文楷体"/>
              </a:rPr>
              <a:t>发给 </a:t>
            </a:r>
            <a:r>
              <a:rPr lang="en-US">
                <a:solidFill>
                  <a:srgbClr val="4F4F4F"/>
                </a:solidFill>
                <a:latin typeface="华文楷体"/>
                <a:ea typeface="华文楷体"/>
              </a:rPr>
              <a:t>Alice</a:t>
            </a:r>
            <a:r>
              <a:rPr lang="zh-CN">
                <a:solidFill>
                  <a:srgbClr val="4F4F4F"/>
                </a:solidFill>
                <a:latin typeface="华文楷体"/>
                <a:ea typeface="华文楷体"/>
              </a:rPr>
              <a:t>。</a:t>
            </a:r>
            <a:endParaRPr lang="zh-CN">
              <a:solidFill>
                <a:srgbClr val="4F4F4F"/>
              </a:solidFill>
              <a:latin typeface="华文楷体"/>
              <a:ea typeface="华文楷体"/>
            </a:endParaRPr>
          </a:p>
          <a:p>
            <a:pPr marL="0" lvl="0" indent="0">
              <a:lnSpc>
                <a:spcPct val="150000"/>
              </a:lnSpc>
            </a:pPr>
            <a:r>
              <a:rPr lang="en-US">
                <a:solidFill>
                  <a:srgbClr val="4F4F4F"/>
                </a:solidFill>
                <a:latin typeface="华文楷体"/>
                <a:ea typeface="华文楷体"/>
              </a:rPr>
              <a:t>Alice </a:t>
            </a:r>
            <a:r>
              <a:rPr lang="zh-CN">
                <a:solidFill>
                  <a:srgbClr val="4F4F4F"/>
                </a:solidFill>
                <a:latin typeface="华文楷体"/>
                <a:ea typeface="华文楷体"/>
              </a:rPr>
              <a:t>使用 </a:t>
            </a:r>
            <a:r>
              <a:rPr lang="en-US">
                <a:solidFill>
                  <a:srgbClr val="4F4F4F"/>
                </a:solidFill>
                <a:latin typeface="华文楷体"/>
                <a:ea typeface="华文楷体"/>
              </a:rPr>
              <a:t>pub </a:t>
            </a:r>
            <a:r>
              <a:rPr lang="zh-CN">
                <a:solidFill>
                  <a:srgbClr val="4F4F4F"/>
                </a:solidFill>
                <a:latin typeface="华文楷体"/>
                <a:ea typeface="华文楷体"/>
              </a:rPr>
              <a:t>对消息内容进行加密，</a:t>
            </a:r>
            <a:r>
              <a:rPr lang="en-US">
                <a:solidFill>
                  <a:srgbClr val="4F4F4F"/>
                </a:solidFill>
                <a:latin typeface="华文楷体"/>
                <a:ea typeface="华文楷体"/>
              </a:rPr>
              <a:t>Bob </a:t>
            </a:r>
            <a:r>
              <a:rPr lang="zh-CN">
                <a:solidFill>
                  <a:srgbClr val="4F4F4F"/>
                </a:solidFill>
                <a:latin typeface="华文楷体"/>
                <a:ea typeface="华文楷体"/>
              </a:rPr>
              <a:t>用 </a:t>
            </a:r>
            <a:r>
              <a:rPr lang="en-US">
                <a:solidFill>
                  <a:srgbClr val="4F4F4F"/>
                </a:solidFill>
                <a:latin typeface="华文楷体"/>
                <a:ea typeface="华文楷体"/>
              </a:rPr>
              <a:t>pri </a:t>
            </a:r>
            <a:r>
              <a:rPr lang="zh-CN">
                <a:solidFill>
                  <a:srgbClr val="4F4F4F"/>
                </a:solidFill>
                <a:latin typeface="华文楷体"/>
                <a:ea typeface="华文楷体"/>
              </a:rPr>
              <a:t>进行解密。</a:t>
            </a:r>
            <a:endParaRPr lang="zh-CN">
              <a:solidFill>
                <a:srgbClr val="4F4F4F"/>
              </a:solidFill>
              <a:latin typeface="华文楷体"/>
              <a:ea typeface="华文楷体"/>
            </a:endParaRPr>
          </a:p>
          <a:p>
            <a:pPr marL="0" lvl="0" indent="0">
              <a:lnSpc>
                <a:spcPct val="150000"/>
              </a:lnSpc>
            </a:pPr>
            <a:r>
              <a:rPr lang="zh-CN">
                <a:solidFill>
                  <a:srgbClr val="4F4F4F"/>
                </a:solidFill>
                <a:latin typeface="华文楷体"/>
                <a:ea typeface="华文楷体"/>
              </a:rPr>
              <a:t>要注意的是， 只有私钥才可以解密，所以即使 </a:t>
            </a:r>
            <a:r>
              <a:rPr lang="en-US">
                <a:solidFill>
                  <a:srgbClr val="4F4F4F"/>
                </a:solidFill>
                <a:latin typeface="华文楷体"/>
                <a:ea typeface="华文楷体"/>
              </a:rPr>
              <a:t>Eve </a:t>
            </a:r>
            <a:r>
              <a:rPr lang="zh-CN">
                <a:solidFill>
                  <a:srgbClr val="4F4F4F"/>
                </a:solidFill>
                <a:latin typeface="华文楷体"/>
                <a:ea typeface="华文楷体"/>
              </a:rPr>
              <a:t>窃取到了 </a:t>
            </a:r>
            <a:r>
              <a:rPr lang="en-US">
                <a:solidFill>
                  <a:srgbClr val="4F4F4F"/>
                </a:solidFill>
                <a:latin typeface="华文楷体"/>
                <a:ea typeface="华文楷体"/>
              </a:rPr>
              <a:t>pub</a:t>
            </a:r>
            <a:r>
              <a:rPr lang="zh-CN">
                <a:solidFill>
                  <a:srgbClr val="4F4F4F"/>
                </a:solidFill>
                <a:latin typeface="华文楷体"/>
                <a:ea typeface="华文楷体"/>
              </a:rPr>
              <a:t>（只有 </a:t>
            </a:r>
            <a:r>
              <a:rPr lang="en-US">
                <a:solidFill>
                  <a:srgbClr val="4F4F4F"/>
                </a:solidFill>
                <a:latin typeface="华文楷体"/>
                <a:ea typeface="华文楷体"/>
              </a:rPr>
              <a:t>pub </a:t>
            </a:r>
            <a:r>
              <a:rPr lang="zh-CN">
                <a:solidFill>
                  <a:srgbClr val="4F4F4F"/>
                </a:solidFill>
                <a:latin typeface="华文楷体"/>
                <a:ea typeface="华文楷体"/>
              </a:rPr>
              <a:t>被传输而容易被窃取），她也无法解密。</a:t>
            </a:r>
            <a:endParaRPr lang="en-US">
              <a:solidFill>
                <a:srgbClr val="4F4F4F"/>
              </a:solidFill>
              <a:latin typeface="华文楷体"/>
              <a:ea typeface="华文楷体"/>
            </a:endParaRPr>
          </a:p>
          <a:p>
            <a:pPr marL="0" lvl="0" indent="0">
              <a:lnSpc>
                <a:spcPct val="150000"/>
              </a:lnSpc>
            </a:pPr>
            <a:endParaRPr lang="en-US">
              <a:solidFill>
                <a:srgbClr val="4F4F4F"/>
              </a:solidFill>
              <a:latin typeface="华文楷体"/>
              <a:ea typeface="华文楷体"/>
            </a:endParaRPr>
          </a:p>
          <a:p>
            <a:pPr marL="0" lvl="0" indent="0">
              <a:lnSpc>
                <a:spcPct val="150000"/>
              </a:lnSpc>
            </a:pPr>
            <a:r>
              <a:rPr lang="zh-CN">
                <a:solidFill>
                  <a:srgbClr val="4F4F4F"/>
                </a:solidFill>
                <a:latin typeface="华文楷体"/>
                <a:ea typeface="华文楷体"/>
              </a:rPr>
              <a:t>对称加密</a:t>
            </a:r>
            <a:endParaRPr lang="en-US">
              <a:solidFill>
                <a:srgbClr val="4F4F4F"/>
              </a:solidFill>
              <a:latin typeface="华文楷体"/>
              <a:ea typeface="华文楷体"/>
            </a:endParaRPr>
          </a:p>
          <a:p>
            <a:pPr marL="0" lvl="0" indent="0">
              <a:lnSpc>
                <a:spcPct val="150000"/>
              </a:lnSpc>
            </a:pPr>
            <a:r>
              <a:rPr lang="zh-CN">
                <a:solidFill>
                  <a:srgbClr val="4F4F4F"/>
                </a:solidFill>
                <a:latin typeface="华文楷体"/>
                <a:ea typeface="华文楷体"/>
              </a:rPr>
              <a:t>计算效率高，加密强度高</a:t>
            </a:r>
            <a:endParaRPr lang="en-US">
              <a:solidFill>
                <a:srgbClr val="4F4F4F"/>
              </a:solidFill>
              <a:latin typeface="华文楷体"/>
              <a:ea typeface="华文楷体"/>
            </a:endParaRPr>
          </a:p>
          <a:p>
            <a:pPr marL="0" lvl="0" indent="0">
              <a:lnSpc>
                <a:spcPct val="150000"/>
              </a:lnSpc>
            </a:pPr>
            <a:r>
              <a:rPr lang="zh-CN">
                <a:solidFill>
                  <a:srgbClr val="4F4F4F"/>
                </a:solidFill>
                <a:latin typeface="华文楷体"/>
                <a:ea typeface="华文楷体"/>
              </a:rPr>
              <a:t>需要提前共享密钥，易被泄露</a:t>
            </a:r>
            <a:endParaRPr lang="en-US">
              <a:solidFill>
                <a:srgbClr val="4F4F4F"/>
              </a:solidFill>
              <a:latin typeface="华文楷体"/>
              <a:ea typeface="华文楷体"/>
            </a:endParaRPr>
          </a:p>
          <a:p>
            <a:pPr marL="0" lvl="0" indent="0">
              <a:lnSpc>
                <a:spcPct val="150000"/>
              </a:lnSpc>
            </a:pPr>
            <a:endParaRPr lang="en-US">
              <a:solidFill>
                <a:srgbClr val="4F4F4F"/>
              </a:solidFill>
              <a:latin typeface="华文楷体"/>
              <a:ea typeface="华文楷体"/>
            </a:endParaRPr>
          </a:p>
          <a:p>
            <a:pPr marL="0" lvl="0" indent="0">
              <a:lnSpc>
                <a:spcPct val="150000"/>
              </a:lnSpc>
            </a:pPr>
            <a:r>
              <a:rPr lang="zh-CN">
                <a:solidFill>
                  <a:srgbClr val="4F4F4F"/>
                </a:solidFill>
                <a:latin typeface="华文楷体"/>
                <a:ea typeface="华文楷体"/>
              </a:rPr>
              <a:t>非对称</a:t>
            </a:r>
            <a:endParaRPr lang="en-US">
              <a:solidFill>
                <a:srgbClr val="4F4F4F"/>
              </a:solidFill>
              <a:latin typeface="华文楷体"/>
              <a:ea typeface="华文楷体"/>
            </a:endParaRPr>
          </a:p>
          <a:p>
            <a:pPr marL="0" lvl="0" indent="0">
              <a:lnSpc>
                <a:spcPct val="150000"/>
              </a:lnSpc>
            </a:pPr>
            <a:r>
              <a:rPr lang="zh-CN">
                <a:solidFill>
                  <a:srgbClr val="4F4F4F"/>
                </a:solidFill>
                <a:latin typeface="华文楷体"/>
                <a:ea typeface="华文楷体"/>
              </a:rPr>
              <a:t>无需提前共享密钥</a:t>
            </a:r>
            <a:endParaRPr lang="en-US">
              <a:solidFill>
                <a:srgbClr val="4F4F4F"/>
              </a:solidFill>
              <a:latin typeface="华文楷体"/>
              <a:ea typeface="华文楷体"/>
            </a:endParaRPr>
          </a:p>
          <a:p>
            <a:pPr marL="0" lvl="0" indent="0">
              <a:lnSpc>
                <a:spcPct val="150000"/>
              </a:lnSpc>
            </a:pPr>
            <a:r>
              <a:rPr lang="zh-CN">
                <a:solidFill>
                  <a:srgbClr val="4F4F4F"/>
                </a:solidFill>
                <a:latin typeface="华文楷体"/>
                <a:ea typeface="华文楷体"/>
              </a:rPr>
              <a:t>计算效率低，</a:t>
            </a:r>
            <a:endParaRPr lang="en-US"/>
          </a:p>
        </p:txBody>
      </p:sp>
    </p:spTree>
  </p:cSld>
</p:notes>
</file>

<file path=ppt/notesSlides/notesSlide21.xml><?xml version="1.0" encoding="utf-8"?>
<p:notes xmlns:a="http://schemas.openxmlformats.org/drawingml/2006/main" xmlns:p="http://schemas.openxmlformats.org/presentationml/2006/main">
  <p:cSld>
    <p:spTree>
      <p:nvGrpSpPr>
        <p:cNvPr id="41" name=""/>
        <p:cNvGrpSpPr/>
        <p:nvPr/>
      </p:nvGrpSpPr>
      <p:grpSpPr>
        <a:xfrm>
          <a:off x="0" y="0"/>
          <a:ext cx="0" cy="0"/>
          <a:chOff x="0" y="0"/>
          <a:chExt cx="0" cy="0"/>
        </a:xfrm>
      </p:grpSpPr>
      <p:sp>
        <p:nvSpPr>
          <p:cNvPr id="42"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indent="0"/>
            <a:endParaRPr/>
          </a:p>
        </p:txBody>
      </p:sp>
    </p:spTree>
  </p:cSld>
</p:notes>
</file>

<file path=ppt/notesSlides/notesSlide22.xml><?xml version="1.0" encoding="utf-8"?>
<p:notes xmlns:a="http://schemas.openxmlformats.org/drawingml/2006/main" xmlns:p="http://schemas.openxmlformats.org/presentationml/2006/main">
  <p:cSld>
    <p:spTree>
      <p:nvGrpSpPr>
        <p:cNvPr id="43" name=""/>
        <p:cNvGrpSpPr/>
        <p:nvPr/>
      </p:nvGrpSpPr>
      <p:grpSpPr>
        <a:xfrm>
          <a:off x="0" y="0"/>
          <a:ext cx="0" cy="0"/>
          <a:chOff x="0" y="0"/>
          <a:chExt cx="0" cy="0"/>
        </a:xfrm>
      </p:grpSpPr>
      <p:sp>
        <p:nvSpPr>
          <p:cNvPr id="44"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a:t>RSA</a:t>
            </a:r>
            <a:r>
              <a:rPr/>
              <a:t>算法中公钥加密和数字签名正好是完全相反的关系</a:t>
            </a:r>
            <a:endParaRPr/>
          </a:p>
        </p:txBody>
      </p:sp>
    </p:spTree>
  </p:cSld>
</p:notes>
</file>

<file path=ppt/notesSlides/notesSlide23.xml><?xml version="1.0" encoding="utf-8"?>
<p:notes xmlns:a="http://schemas.openxmlformats.org/drawingml/2006/main" xmlns:p="http://schemas.openxmlformats.org/presentationml/2006/main">
  <p:cSld>
    <p:spTree>
      <p:nvGrpSpPr>
        <p:cNvPr id="45" name=""/>
        <p:cNvGrpSpPr/>
        <p:nvPr/>
      </p:nvGrpSpPr>
      <p:grpSpPr>
        <a:xfrm>
          <a:off x="0" y="0"/>
          <a:ext cx="0" cy="0"/>
          <a:chOff x="0" y="0"/>
          <a:chExt cx="0" cy="0"/>
        </a:xfrm>
      </p:grpSpPr>
      <p:sp>
        <p:nvSpPr>
          <p:cNvPr id="46" name="备注占位符 2"/>
          <p:cNvSpPr>
            <a:spLocks noGrp="true"/>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spcBef>
                <a:spcPct val="1"/>
              </a:spcBef>
            </a:pPr>
            <a:r>
              <a:rPr lang="zh-CN">
                <a:latin typeface="腾讯体 W7"/>
                <a:ea typeface="腾讯体 W7"/>
              </a:rPr>
              <a:t>区块链里的关键技术，单个来看，都不是新技术，但将这些技术形成一套组合拳，就有了一个创新的技术体系</a:t>
            </a:r>
            <a:r>
              <a:rPr lang="en-US">
                <a:latin typeface="腾讯体 W7"/>
                <a:ea typeface="腾讯体 W7"/>
              </a:rPr>
              <a:t>——</a:t>
            </a:r>
            <a:r>
              <a:rPr lang="zh-CN">
                <a:solidFill>
                  <a:srgbClr val="2392E4"/>
                </a:solidFill>
                <a:latin typeface="腾讯体 W7"/>
                <a:ea typeface="腾讯体 W7"/>
              </a:rPr>
              <a:t>区块链</a:t>
            </a:r>
            <a:endParaRPr lang="zh-CN">
              <a:solidFill>
                <a:srgbClr val="2392E4"/>
              </a:solidFill>
              <a:latin typeface="腾讯体 W7"/>
              <a:ea typeface="腾讯体 W7"/>
            </a:endParaRPr>
          </a:p>
          <a:p>
            <a:pPr marL="0" lvl="0" indent="0"/>
            <a:endParaRPr lang="zh-CN"/>
          </a:p>
        </p:txBody>
      </p:sp>
    </p:spTree>
  </p:cSld>
</p:notes>
</file>

<file path=ppt/notesSlides/notesSlide24.xml><?xml version="1.0" encoding="utf-8"?>
<p:notes xmlns:a="http://schemas.openxmlformats.org/drawingml/2006/main" xmlns:p="http://schemas.openxmlformats.org/presentationml/2006/main">
  <p:cSld>
    <p:spTree>
      <p:nvGrpSpPr>
        <p:cNvPr id="47" name=""/>
        <p:cNvGrpSpPr/>
        <p:nvPr/>
      </p:nvGrpSpPr>
      <p:grpSpPr>
        <a:xfrm>
          <a:off x="0" y="0"/>
          <a:ext cx="0" cy="0"/>
          <a:chOff x="0" y="0"/>
          <a:chExt cx="0" cy="0"/>
        </a:xfrm>
      </p:grpSpPr>
      <p:sp>
        <p:nvSpPr>
          <p:cNvPr id="48" name="文本占位符 2"/>
          <p:cNvSpPr/>
          <p:nvPr>
            <p:ph type="body" idx="4294967295"/>
          </p:nvPr>
        </p:nvSpPr>
        <p:spPr>
          <a:xfrm>
            <a:off x="906463" y="4689475"/>
            <a:ext cx="4984750" cy="4443413"/>
          </a:xfrm>
          <a:prstGeom prst="rect"/>
          <a:noFill/>
          <a:ln w="9525">
            <a:noFill/>
            <a:miter lim="800000"/>
          </a:ln>
        </p:spPr>
        <p:txBody>
          <a:bodyPr vert="horz" wrap="square" lIns="92075" tIns="46037" rIns="92075" bIns="46037" anchor="ctr" anchorCtr="false">
            <a:noAutofit/>
          </a:bodyPr>
          <a:lstStyle>
            <a:lvl1pPr marL="0" lvl="0"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1pPr>
            <a:lvl2pPr marL="457200" lvl="1"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2pPr>
            <a:lvl3pPr marL="914400" lvl="2"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3pPr>
            <a:lvl4pPr marL="1371600" lvl="3"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4pPr>
            <a:lvl5pPr marL="1828800" lvl="4" indent="0" algn="l" defTabSz="914400">
              <a:lnSpc>
                <a:spcPct val="100000"/>
              </a:lnSpc>
              <a:spcBef>
                <a:spcPct val="30000"/>
              </a:spcBef>
              <a:spcAft>
                <a:spcPct val="1"/>
              </a:spcAft>
              <a:buClrTx/>
              <a:buSzTx/>
              <a:buFontTx/>
              <a:buNone/>
              <a:defRPr lang="en-US" sz="1200" b="false" i="false" u="none" baseline="0">
                <a:solidFill>
                  <a:schemeClr val="tx1"/>
                </a:solidFill>
                <a:latin typeface="Times New Roman"/>
                <a:ea typeface="黑体"/>
              </a:defRPr>
            </a:lvl5pPr>
          </a:lstStyle>
          <a:p>
            <a:pPr marL="0" lvl="0" indent="0"/>
            <a:r>
              <a:rPr/>
              <a:t>复式记账法，需要关联两者账号，以相等金额记账，一方计入支出，一方计入收入</a:t>
            </a:r>
            <a:endParaRPr/>
          </a:p>
          <a:p>
            <a:pPr marL="0" lvl="0" indent="0"/>
            <a:r>
              <a:rPr/>
              <a:t>银行进行中心化操作</a:t>
            </a:r>
            <a:r>
              <a:rPr/>
              <a:t>,进行信用担保,</a:t>
            </a:r>
            <a:r>
              <a:rPr/>
              <a:t>需要一整套基于现代社会的监管审计</a:t>
            </a:r>
            <a:endParaRPr/>
          </a:p>
          <a:p>
            <a:pPr marL="0" indent="0"/>
            <a:endParaRPr/>
          </a:p>
          <a:p>
            <a:pPr marL="0" lvl="0" indent="0"/>
            <a:r>
              <a:rPr/>
              <a:t>全民参与账本维护的银行体系</a:t>
            </a:r>
            <a:endParaRPr/>
          </a:p>
          <a:p>
            <a:pPr marL="0" lvl="0" indent="0"/>
            <a:r>
              <a:rPr/>
              <a:t>1</a:t>
            </a:r>
            <a:r>
              <a:rPr/>
              <a:t>、每笔交易为单位，性能问题；</a:t>
            </a:r>
            <a:endParaRPr/>
          </a:p>
          <a:p>
            <a:pPr marL="0" lvl="0" indent="0"/>
            <a:r>
              <a:rPr/>
              <a:t>2</a:t>
            </a:r>
            <a:r>
              <a:rPr/>
              <a:t>、同步问题</a:t>
            </a:r>
            <a:endParaRPr/>
          </a:p>
          <a:p>
            <a:pPr marL="0" lvl="0" indent="0"/>
            <a:r>
              <a:rPr/>
              <a:t>3</a:t>
            </a:r>
            <a:r>
              <a:rPr/>
              <a:t>、无利不起早，诚信问题、利益问题</a:t>
            </a:r>
            <a:endParaRPr/>
          </a:p>
        </p:txBody>
      </p:sp>
    </p:spTree>
  </p:cSld>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3.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14.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15.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16.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17.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18.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19.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20.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21.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22.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23.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24.xml.rels><?xml version="1.0" encoding="UTF-8" standalone="yes"?><Relationships xmlns="http://schemas.openxmlformats.org/package/2006/relationships"><Relationship Id="rId1" Type="http://schemas.openxmlformats.org/officeDocument/2006/relationships/image" Target="media/image1.png" /><Relationship Id="rId0" Type="http://schemas.openxmlformats.org/officeDocument/2006/relationships/slideMaster" Target="../slideMasters/slideMaster2.xml" /></Relationships>
</file>

<file path=ppt/slideLayouts/_rels/slideLayout25.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p:cSld name="封面">
    <p:spTree>
      <p:nvGrpSpPr>
        <p:cNvPr id="1" name=""/>
        <p:cNvGrpSpPr/>
        <p:nvPr/>
      </p:nvGrpSpPr>
      <p:grpSpPr>
        <a:xfrm>
          <a:off x="0" y="0"/>
          <a:ext cx="0" cy="0"/>
          <a:chOff x="0" y="0"/>
          <a:chExt cx="0" cy="0"/>
        </a:xfrm>
      </p:grpSpPr>
      <p:sp>
        <p:nvSpPr>
          <p:cNvPr id="2" name="标题 1"/>
          <p:cNvSpPr/>
          <p:nvPr>
            <p:ph type="ctrTitle"/>
          </p:nvPr>
        </p:nvSpPr>
        <p:spPr>
          <a:xfrm>
            <a:off x="1524000" y="1470233"/>
            <a:ext cx="9144000" cy="2387600"/>
          </a:xfrm>
        </p:spPr>
        <p:txBody>
          <a:bodyPr anchor="b"/>
          <a:lstStyle>
            <a:lvl1pPr lvl="0" algn="ctr">
              <a:defRPr sz="6000"/>
            </a:lvl1pPr>
          </a:lstStyle>
          <a:p>
            <a:pPr/>
            <a:r>
              <a:rPr lang="zh-CN"/>
              <a:t>单击此处编辑母版标题样式</a:t>
            </a:r>
            <a:endParaRPr/>
          </a:p>
        </p:txBody>
      </p:sp>
      <p:sp>
        <p:nvSpPr>
          <p:cNvPr id="3" name="副标题 2"/>
          <p:cNvSpPr/>
          <p:nvPr>
            <p:ph type="subTitle" idx="1"/>
          </p:nvPr>
        </p:nvSpPr>
        <p:spPr>
          <a:xfrm>
            <a:off x="1524000" y="3949908"/>
            <a:ext cx="9144000" cy="1655762"/>
          </a:xfr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pPr/>
            <a:r>
              <a:rPr lang="zh-CN"/>
              <a:t>单击此处编辑母版副标题样式</a:t>
            </a:r>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p:cSld name="标题内容">
    <p:spTree>
      <p:nvGrpSpPr>
        <p:cNvPr id="4" name=""/>
        <p:cNvGrpSpPr/>
        <p:nvPr/>
      </p:nvGrpSpPr>
      <p:grpSpPr>
        <a:xfrm>
          <a:off x="0" y="0"/>
          <a:ext cx="0" cy="0"/>
          <a:chOff x="0" y="0"/>
          <a:chExt cx="0" cy="0"/>
        </a:xfrm>
      </p:grpSpPr>
      <p:sp>
        <p:nvSpPr>
          <p:cNvPr id="5" name="标题 1"/>
          <p:cNvSpPr/>
          <p:nvPr>
            <p:ph type="title"/>
          </p:nvPr>
        </p:nvSpPr>
        <p:spPr/>
        <p:txBody>
          <a:bodyPr/>
          <a:p>
            <a:pPr/>
            <a:r>
              <a:rPr lang="zh-CN"/>
              <a:t>单击此处编辑母版标题样式</a:t>
            </a:r>
            <a:endParaRPr/>
          </a:p>
        </p:txBody>
      </p:sp>
      <p:sp>
        <p:nvSpPr>
          <p:cNvPr id="6" name="内容占位符 2"/>
          <p:cNvSpPr/>
          <p:nvPr>
            <p:ph idx="1"/>
          </p:nvPr>
        </p:nvSpPr>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p:cSld name="空白页">
    <p:spTree>
      <p:nvGrpSpPr>
        <p:cNvPr id="17"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p="http://schemas.openxmlformats.org/presentationml/2006/main">
  <p:cSld name="节标题">
    <p:spTree>
      <p:nvGrpSpPr>
        <p:cNvPr id="18" name=""/>
        <p:cNvGrpSpPr/>
        <p:nvPr/>
      </p:nvGrpSpPr>
      <p:grpSpPr>
        <a:xfrm>
          <a:off x="0" y="0"/>
          <a:ext cx="0" cy="0"/>
          <a:chOff x="0" y="0"/>
          <a:chExt cx="0" cy="0"/>
        </a:xfrm>
      </p:grpSpPr>
      <p:sp>
        <p:nvSpPr>
          <p:cNvPr id="19" name="标题 1"/>
          <p:cNvSpPr/>
          <p:nvPr>
            <p:ph type="title"/>
          </p:nvPr>
        </p:nvSpPr>
        <p:spPr>
          <a:xfrm>
            <a:off x="831850" y="1471199"/>
            <a:ext cx="10515600" cy="2852737"/>
          </a:xfrm>
        </p:spPr>
        <p:txBody>
          <a:bodyPr anchor="b"/>
          <a:lstStyle>
            <a:lvl1pPr lvl="0">
              <a:defRPr sz="6000"/>
            </a:lvl1pPr>
          </a:lstStyle>
          <a:p>
            <a:pPr/>
            <a:r>
              <a:rPr lang="zh-CN"/>
              <a:t>单击此处编辑母版标题样式</a:t>
            </a:r>
            <a:endParaRPr/>
          </a:p>
        </p:txBody>
      </p:sp>
      <p:sp>
        <p:nvSpPr>
          <p:cNvPr id="20" name="文本占位符 2"/>
          <p:cNvSpPr/>
          <p:nvPr>
            <p:ph type="body" idx="1"/>
          </p:nvPr>
        </p:nvSpPr>
        <p:spPr>
          <a:xfrm>
            <a:off x="831850" y="4350924"/>
            <a:ext cx="10515600" cy="1500187"/>
          </a:xfr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t>单击此处编辑母版文本样式</a:t>
            </a:r>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p:cSld name="两栏内容">
    <p:spTree>
      <p:nvGrpSpPr>
        <p:cNvPr id="21" name=""/>
        <p:cNvGrpSpPr/>
        <p:nvPr/>
      </p:nvGrpSpPr>
      <p:grpSpPr>
        <a:xfrm>
          <a:off x="0" y="0"/>
          <a:ext cx="0" cy="0"/>
          <a:chOff x="0" y="0"/>
          <a:chExt cx="0" cy="0"/>
        </a:xfrm>
      </p:grpSpPr>
      <p:sp>
        <p:nvSpPr>
          <p:cNvPr id="22" name="标题 1"/>
          <p:cNvSpPr/>
          <p:nvPr>
            <p:ph type="title"/>
          </p:nvPr>
        </p:nvSpPr>
        <p:spPr/>
        <p:txBody>
          <a:bodyPr/>
          <a:p>
            <a:pPr/>
            <a:r>
              <a:rPr lang="zh-CN"/>
              <a:t>单击此处编辑母版标题样式</a:t>
            </a:r>
            <a:endParaRPr/>
          </a:p>
        </p:txBody>
      </p:sp>
      <p:sp>
        <p:nvSpPr>
          <p:cNvPr id="23" name="内容占位符 2"/>
          <p:cNvSpPr/>
          <p:nvPr>
            <p:ph idx="1"/>
          </p:nvPr>
        </p:nvSpPr>
        <p:spPr>
          <a:xfrm>
            <a:off x="838200" y="1825625"/>
            <a:ext cx="5181600"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24" name="内容占位符 3"/>
          <p:cNvSpPr/>
          <p:nvPr>
            <p:ph idx="2"/>
          </p:nvPr>
        </p:nvSpPr>
        <p:spPr>
          <a:xfrm>
            <a:off x="6172200" y="1825625"/>
            <a:ext cx="5181600"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p:cSld name="对比内容">
    <p:spTree>
      <p:nvGrpSpPr>
        <p:cNvPr id="25" name=""/>
        <p:cNvGrpSpPr/>
        <p:nvPr/>
      </p:nvGrpSpPr>
      <p:grpSpPr>
        <a:xfrm>
          <a:off x="0" y="0"/>
          <a:ext cx="0" cy="0"/>
          <a:chOff x="0" y="0"/>
          <a:chExt cx="0" cy="0"/>
        </a:xfrm>
      </p:grpSpPr>
      <p:sp>
        <p:nvSpPr>
          <p:cNvPr id="26" name="标题 1"/>
          <p:cNvSpPr/>
          <p:nvPr>
            <p:ph type="title"/>
          </p:nvPr>
        </p:nvSpPr>
        <p:spPr>
          <a:xfrm>
            <a:off x="839788" y="365125"/>
            <a:ext cx="10515600" cy="1325563"/>
          </a:xfrm>
        </p:spPr>
        <p:txBody>
          <a:bodyPr/>
          <a:p>
            <a:pPr/>
            <a:r>
              <a:rPr lang="zh-CN"/>
              <a:t>单击此处编辑母版标题样式</a:t>
            </a:r>
            <a:endParaRPr/>
          </a:p>
        </p:txBody>
      </p:sp>
      <p:sp>
        <p:nvSpPr>
          <p:cNvPr id="27" name="文本占位符 2"/>
          <p:cNvSpPr/>
          <p:nvPr>
            <p:ph type="body" idx="1"/>
          </p:nvPr>
        </p:nvSpPr>
        <p:spPr>
          <a:xfrm>
            <a:off x="839788" y="1681163"/>
            <a:ext cx="5157787" cy="823912"/>
          </a:xfrm>
        </p:spPr>
        <p:txBody>
          <a:bodyPr anchor="b"/>
          <a:lstStyle>
            <a:lvl1pPr marL="0" lvl="0" indent="0">
              <a:buNone/>
              <a:defRPr sz="2400" b="true"/>
            </a:lvl1pPr>
            <a:lvl2pPr marL="457200" lvl="1" indent="0">
              <a:buNone/>
              <a:defRPr sz="2000" b="true"/>
            </a:lvl2pPr>
            <a:lvl3pPr marL="914400" lvl="2" indent="0">
              <a:buNone/>
              <a:defRPr sz="1800" b="true"/>
            </a:lvl3pPr>
            <a:lvl4pPr marL="1371600" lvl="3" indent="0">
              <a:buNone/>
              <a:defRPr sz="1600" b="true"/>
            </a:lvl4pPr>
            <a:lvl5pPr marL="1828800" lvl="4" indent="0">
              <a:buNone/>
              <a:defRPr sz="1600" b="true"/>
            </a:lvl5pPr>
            <a:lvl6pPr marL="2286000" lvl="5" indent="0">
              <a:buNone/>
              <a:defRPr sz="1600" b="true"/>
            </a:lvl6pPr>
            <a:lvl7pPr marL="2743200" lvl="6" indent="0">
              <a:buNone/>
              <a:defRPr sz="1600" b="true"/>
            </a:lvl7pPr>
            <a:lvl8pPr marL="3200400" lvl="7" indent="0">
              <a:buNone/>
              <a:defRPr sz="1600" b="true"/>
            </a:lvl8pPr>
            <a:lvl9pPr marL="3657600" lvl="8" indent="0">
              <a:buNone/>
              <a:defRPr sz="1600" b="true"/>
            </a:lvl9pPr>
          </a:lstStyle>
          <a:p>
            <a:pPr lvl="0"/>
            <a:r>
              <a:rPr lang="zh-CN"/>
              <a:t>单击此处编辑母版文本样式</a:t>
            </a:r>
            <a:endParaRPr/>
          </a:p>
        </p:txBody>
      </p:sp>
      <p:sp>
        <p:nvSpPr>
          <p:cNvPr id="28" name="内容占位符 3"/>
          <p:cNvSpPr/>
          <p:nvPr>
            <p:ph idx="2"/>
          </p:nvPr>
        </p:nvSpPr>
        <p:spPr>
          <a:xfrm>
            <a:off x="839788" y="2505075"/>
            <a:ext cx="5157787" cy="368458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29" name="文本占位符 4"/>
          <p:cNvSpPr/>
          <p:nvPr>
            <p:ph type="body" idx="3"/>
          </p:nvPr>
        </p:nvSpPr>
        <p:spPr>
          <a:xfrm>
            <a:off x="6172200" y="1681163"/>
            <a:ext cx="5183188" cy="823912"/>
          </a:xfrm>
        </p:spPr>
        <p:txBody>
          <a:bodyPr anchor="b"/>
          <a:lstStyle>
            <a:lvl1pPr marL="0" lvl="0" indent="0">
              <a:buNone/>
              <a:defRPr sz="2400" b="true"/>
            </a:lvl1pPr>
            <a:lvl2pPr marL="457200" lvl="1" indent="0">
              <a:buNone/>
              <a:defRPr sz="2000" b="true"/>
            </a:lvl2pPr>
            <a:lvl3pPr marL="914400" lvl="2" indent="0">
              <a:buNone/>
              <a:defRPr sz="1800" b="true"/>
            </a:lvl3pPr>
            <a:lvl4pPr marL="1371600" lvl="3" indent="0">
              <a:buNone/>
              <a:defRPr sz="1600" b="true"/>
            </a:lvl4pPr>
            <a:lvl5pPr marL="1828800" lvl="4" indent="0">
              <a:buNone/>
              <a:defRPr sz="1600" b="true"/>
            </a:lvl5pPr>
            <a:lvl6pPr marL="2286000" lvl="5" indent="0">
              <a:buNone/>
              <a:defRPr sz="1600" b="true"/>
            </a:lvl6pPr>
            <a:lvl7pPr marL="2743200" lvl="6" indent="0">
              <a:buNone/>
              <a:defRPr sz="1600" b="true"/>
            </a:lvl7pPr>
            <a:lvl8pPr marL="3200400" lvl="7" indent="0">
              <a:buNone/>
              <a:defRPr sz="1600" b="true"/>
            </a:lvl8pPr>
            <a:lvl9pPr marL="3657600" lvl="8" indent="0">
              <a:buNone/>
              <a:defRPr sz="1600" b="true"/>
            </a:lvl9pPr>
          </a:lstStyle>
          <a:p>
            <a:pPr lvl="0"/>
            <a:r>
              <a:rPr lang="zh-CN"/>
              <a:t>单击此处编辑母版文本样式</a:t>
            </a:r>
            <a:endParaRPr/>
          </a:p>
        </p:txBody>
      </p:sp>
      <p:sp>
        <p:nvSpPr>
          <p:cNvPr id="30" name="内容占位符 5"/>
          <p:cNvSpPr/>
          <p:nvPr>
            <p:ph idx="4"/>
          </p:nvPr>
        </p:nvSpPr>
        <p:spPr>
          <a:xfrm>
            <a:off x="6172200" y="2505075"/>
            <a:ext cx="5183188" cy="368458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p:cSld name="内容与标题">
    <p:spTree>
      <p:nvGrpSpPr>
        <p:cNvPr id="31" name=""/>
        <p:cNvGrpSpPr/>
        <p:nvPr/>
      </p:nvGrpSpPr>
      <p:grpSpPr>
        <a:xfrm>
          <a:off x="0" y="0"/>
          <a:ext cx="0" cy="0"/>
          <a:chOff x="0" y="0"/>
          <a:chExt cx="0" cy="0"/>
        </a:xfrm>
      </p:grpSpPr>
      <p:sp>
        <p:nvSpPr>
          <p:cNvPr id="32" name="标题 1"/>
          <p:cNvSpPr/>
          <p:nvPr>
            <p:ph type="title"/>
          </p:nvPr>
        </p:nvSpPr>
        <p:spPr>
          <a:xfrm>
            <a:off x="839788" y="723106"/>
            <a:ext cx="3932237" cy="1600200"/>
          </a:xfrm>
        </p:spPr>
        <p:txBody>
          <a:bodyPr anchor="b"/>
          <a:lstStyle>
            <a:lvl1pPr lvl="0">
              <a:defRPr sz="3200"/>
            </a:lvl1pPr>
          </a:lstStyle>
          <a:p>
            <a:pPr/>
            <a:r>
              <a:rPr lang="zh-CN"/>
              <a:t>单击此处编辑母版标题样式</a:t>
            </a:r>
            <a:endParaRPr/>
          </a:p>
        </p:txBody>
      </p:sp>
      <p:sp>
        <p:nvSpPr>
          <p:cNvPr id="33" name="内容占位符 2"/>
          <p:cNvSpPr/>
          <p:nvPr>
            <p:ph idx="1"/>
          </p:nvPr>
        </p:nvSpPr>
        <p:spPr>
          <a:xfrm>
            <a:off x="5183188" y="723106"/>
            <a:ext cx="6172200" cy="5411787"/>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34" name="文本占位符 3"/>
          <p:cNvSpPr/>
          <p:nvPr>
            <p:ph type="body" idx="2"/>
          </p:nvPr>
        </p:nvSpPr>
        <p:spPr>
          <a:xfrm>
            <a:off x="839788" y="2323306"/>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p:cSld name="图片与标题">
    <p:spTree>
      <p:nvGrpSpPr>
        <p:cNvPr id="35" name=""/>
        <p:cNvGrpSpPr/>
        <p:nvPr/>
      </p:nvGrpSpPr>
      <p:grpSpPr>
        <a:xfrm>
          <a:off x="0" y="0"/>
          <a:ext cx="0" cy="0"/>
          <a:chOff x="0" y="0"/>
          <a:chExt cx="0" cy="0"/>
        </a:xfrm>
      </p:grpSpPr>
      <p:sp>
        <p:nvSpPr>
          <p:cNvPr id="36" name="标题 1"/>
          <p:cNvSpPr/>
          <p:nvPr>
            <p:ph type="title"/>
          </p:nvPr>
        </p:nvSpPr>
        <p:spPr>
          <a:xfrm>
            <a:off x="839788" y="727074"/>
            <a:ext cx="3932237" cy="1600200"/>
          </a:xfrm>
        </p:spPr>
        <p:txBody>
          <a:bodyPr anchor="b"/>
          <a:lstStyle>
            <a:lvl1pPr lvl="0">
              <a:defRPr sz="3200"/>
            </a:lvl1pPr>
          </a:lstStyle>
          <a:p>
            <a:pPr/>
            <a:r>
              <a:rPr lang="zh-CN"/>
              <a:t>单击此处编辑母版标题样式</a:t>
            </a:r>
            <a:endParaRPr/>
          </a:p>
        </p:txBody>
      </p:sp>
      <p:sp>
        <p:nvSpPr>
          <p:cNvPr id="37" name="图片占位符 2"/>
          <p:cNvSpPr/>
          <p:nvPr>
            <p:ph type="pic" idx="1"/>
          </p:nvPr>
        </p:nvSpPr>
        <p:spPr>
          <a:xfrm>
            <a:off x="5183188" y="727075"/>
            <a:ext cx="6172200" cy="5403850"/>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pPr/>
            <a:endParaRPr lang="zh-CN"/>
          </a:p>
        </p:txBody>
      </p:sp>
      <p:sp>
        <p:nvSpPr>
          <p:cNvPr id="38" name="文本占位符 3"/>
          <p:cNvSpPr/>
          <p:nvPr>
            <p:ph type="body" idx="2"/>
          </p:nvPr>
        </p:nvSpPr>
        <p:spPr>
          <a:xfrm>
            <a:off x="839788" y="2327274"/>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p:cSld name="表格与标题">
    <p:spTree>
      <p:nvGrpSpPr>
        <p:cNvPr id="39" name=""/>
        <p:cNvGrpSpPr/>
        <p:nvPr/>
      </p:nvGrpSpPr>
      <p:grpSpPr>
        <a:xfrm>
          <a:off x="0" y="0"/>
          <a:ext cx="0" cy="0"/>
          <a:chOff x="0" y="0"/>
          <a:chExt cx="0" cy="0"/>
        </a:xfrm>
      </p:grpSpPr>
      <p:sp>
        <p:nvSpPr>
          <p:cNvPr id="40" name="标题 1"/>
          <p:cNvSpPr/>
          <p:nvPr>
            <p:ph type="title"/>
          </p:nvPr>
        </p:nvSpPr>
        <p:spPr>
          <a:xfrm>
            <a:off x="839788" y="727074"/>
            <a:ext cx="3932237" cy="1600200"/>
          </a:xfrm>
        </p:spPr>
        <p:txBody>
          <a:bodyPr anchor="b"/>
          <a:lstStyle>
            <a:lvl1pPr lvl="0">
              <a:defRPr sz="3200"/>
            </a:lvl1pPr>
          </a:lstStyle>
          <a:p>
            <a:pPr/>
            <a:r>
              <a:rPr lang="zh-CN"/>
              <a:t>单击此处编辑母版标题样式</a:t>
            </a:r>
            <a:endParaRPr/>
          </a:p>
        </p:txBody>
      </p:sp>
      <p:sp>
        <p:nvSpPr>
          <p:cNvPr id="41" name="文本占位符 3"/>
          <p:cNvSpPr/>
          <p:nvPr>
            <p:ph type="body" idx="2"/>
          </p:nvPr>
        </p:nvSpPr>
        <p:spPr>
          <a:xfrm>
            <a:off x="839788" y="2327274"/>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endParaRPr/>
          </a:p>
        </p:txBody>
      </p:sp>
      <p:sp>
        <p:nvSpPr>
          <p:cNvPr id="42" name="表格占位符 6"/>
          <p:cNvSpPr/>
          <p:nvPr>
            <p:ph type="tbl" idx="10"/>
          </p:nvPr>
        </p:nvSpPr>
        <p:spPr>
          <a:xfrm>
            <a:off x="5172891" y="719137"/>
            <a:ext cx="6179322" cy="5419726"/>
          </a:xfrm>
        </p:spPr>
        <p:txBody>
          <a:bodyPr/>
          <a:p>
            <a:pPr/>
            <a:endParaRPr lang="zh-CN"/>
          </a:p>
        </p:txBody>
      </p:sp>
    </p:spTree>
  </p:cSld>
  <p:clrMapOvr>
    <a:masterClrMapping/>
  </p:clrMapOvr>
</p:sldLayout>
</file>

<file path=ppt/slideLayouts/slideLayout10.xml><?xml version="1.0" encoding="utf-8"?>
<p:sldLayout xmlns:a="http://schemas.openxmlformats.org/drawingml/2006/main" xmlns:p="http://schemas.openxmlformats.org/presentationml/2006/main">
  <p:cSld name="三栏内容">
    <p:spTree>
      <p:nvGrpSpPr>
        <p:cNvPr id="43" name=""/>
        <p:cNvGrpSpPr/>
        <p:nvPr/>
      </p:nvGrpSpPr>
      <p:grpSpPr>
        <a:xfrm>
          <a:off x="0" y="0"/>
          <a:ext cx="0" cy="0"/>
          <a:chOff x="0" y="0"/>
          <a:chExt cx="0" cy="0"/>
        </a:xfrm>
      </p:grpSpPr>
      <p:sp>
        <p:nvSpPr>
          <p:cNvPr id="44" name="标题 1"/>
          <p:cNvSpPr/>
          <p:nvPr>
            <p:ph type="title"/>
          </p:nvPr>
        </p:nvSpPr>
        <p:spPr/>
        <p:txBody>
          <a:bodyPr/>
          <a:p>
            <a:pPr/>
            <a:r>
              <a:rPr lang="zh-CN"/>
              <a:t>单击此处编辑母版标题样式</a:t>
            </a:r>
            <a:endParaRPr/>
          </a:p>
        </p:txBody>
      </p:sp>
      <p:sp>
        <p:nvSpPr>
          <p:cNvPr id="45" name="内容占位符 2"/>
          <p:cNvSpPr/>
          <p:nvPr>
            <p:ph idx="1"/>
          </p:nvPr>
        </p:nvSpPr>
        <p:spPr>
          <a:xfrm>
            <a:off x="838200" y="1825625"/>
            <a:ext cx="3299791"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46" name="内容占位符 3"/>
          <p:cNvSpPr/>
          <p:nvPr>
            <p:ph idx="2"/>
          </p:nvPr>
        </p:nvSpPr>
        <p:spPr>
          <a:xfrm>
            <a:off x="4446104" y="1825625"/>
            <a:ext cx="3299791"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47" name="内容占位符 3"/>
          <p:cNvSpPr/>
          <p:nvPr>
            <p:ph idx="10"/>
          </p:nvPr>
        </p:nvSpPr>
        <p:spPr>
          <a:xfrm>
            <a:off x="8054009" y="1825625"/>
            <a:ext cx="3299791"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p:cSld name="两行内容">
    <p:spTree>
      <p:nvGrpSpPr>
        <p:cNvPr id="7" name=""/>
        <p:cNvGrpSpPr/>
        <p:nvPr/>
      </p:nvGrpSpPr>
      <p:grpSpPr>
        <a:xfrm>
          <a:off x="0" y="0"/>
          <a:ext cx="0" cy="0"/>
          <a:chOff x="0" y="0"/>
          <a:chExt cx="0" cy="0"/>
        </a:xfrm>
      </p:grpSpPr>
      <p:sp>
        <p:nvSpPr>
          <p:cNvPr id="8" name="标题 1"/>
          <p:cNvSpPr/>
          <p:nvPr>
            <p:ph type="title"/>
          </p:nvPr>
        </p:nvSpPr>
        <p:spPr/>
        <p:txBody>
          <a:bodyPr/>
          <a:p>
            <a:pPr/>
            <a:r>
              <a:rPr lang="zh-CN"/>
              <a:t>单击此处编辑母版标题样式</a:t>
            </a:r>
            <a:endParaRPr/>
          </a:p>
        </p:txBody>
      </p:sp>
      <p:sp>
        <p:nvSpPr>
          <p:cNvPr id="9" name="内容占位符 3"/>
          <p:cNvSpPr/>
          <p:nvPr>
            <p:ph idx="10"/>
          </p:nvPr>
        </p:nvSpPr>
        <p:spPr>
          <a:xfrm>
            <a:off x="838200" y="1690688"/>
            <a:ext cx="10515600" cy="2172811"/>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0" name="内容占位符 3"/>
          <p:cNvSpPr/>
          <p:nvPr>
            <p:ph idx="11"/>
          </p:nvPr>
        </p:nvSpPr>
        <p:spPr>
          <a:xfrm>
            <a:off x="838200" y="3863500"/>
            <a:ext cx="10515600" cy="2241232"/>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Tree>
  </p:cSld>
  <p:clrMapOvr>
    <a:masterClrMapping/>
  </p:clrMapOvr>
</p:sldLayout>
</file>

<file path=ppt/slideLayouts/slideLayout12.xml><?xml version="1.0" encoding="utf-8"?>
<p:sldLayout xmlns:a="http://schemas.openxmlformats.org/drawingml/2006/main" xmlns:p="http://schemas.openxmlformats.org/presentationml/2006/main">
  <p:cSld name="多张图片">
    <p:spTree>
      <p:nvGrpSpPr>
        <p:cNvPr id="11" name=""/>
        <p:cNvGrpSpPr/>
        <p:nvPr/>
      </p:nvGrpSpPr>
      <p:grpSpPr>
        <a:xfrm>
          <a:off x="0" y="0"/>
          <a:ext cx="0" cy="0"/>
          <a:chOff x="0" y="0"/>
          <a:chExt cx="0" cy="0"/>
        </a:xfrm>
      </p:grpSpPr>
      <p:sp>
        <p:nvSpPr>
          <p:cNvPr id="12" name="标题 1"/>
          <p:cNvSpPr/>
          <p:nvPr>
            <p:ph type="title"/>
          </p:nvPr>
        </p:nvSpPr>
        <p:spPr>
          <a:xfrm>
            <a:off x="838200" y="365125"/>
            <a:ext cx="10515600" cy="1325563"/>
          </a:xfrm>
        </p:spPr>
        <p:txBody>
          <a:bodyPr/>
          <a:p>
            <a:pPr/>
            <a:r>
              <a:rPr lang="zh-CN"/>
              <a:t>单击此处编辑母版标题样式</a:t>
            </a:r>
            <a:endParaRPr/>
          </a:p>
        </p:txBody>
      </p:sp>
      <p:sp>
        <p:nvSpPr>
          <p:cNvPr id="13" name="图片占位符 6"/>
          <p:cNvSpPr/>
          <p:nvPr>
            <p:ph type="pic" idx="10"/>
          </p:nvPr>
        </p:nvSpPr>
        <p:spPr>
          <a:xfrm>
            <a:off x="838200" y="1690689"/>
            <a:ext cx="5257800" cy="2338886"/>
          </a:xfrm>
        </p:spPr>
        <p:txBody>
          <a:bodyPr/>
          <a:p>
            <a:pPr/>
            <a:endParaRPr lang="zh-CN"/>
          </a:p>
        </p:txBody>
      </p:sp>
      <p:sp>
        <p:nvSpPr>
          <p:cNvPr id="14" name="图片占位符 6"/>
          <p:cNvSpPr/>
          <p:nvPr>
            <p:ph type="pic" idx="11"/>
          </p:nvPr>
        </p:nvSpPr>
        <p:spPr>
          <a:xfrm>
            <a:off x="6096001" y="1690689"/>
            <a:ext cx="5257802" cy="2338886"/>
          </a:xfrm>
        </p:spPr>
        <p:txBody>
          <a:bodyPr/>
          <a:p>
            <a:pPr/>
            <a:endParaRPr lang="zh-CN"/>
          </a:p>
        </p:txBody>
      </p:sp>
      <p:sp>
        <p:nvSpPr>
          <p:cNvPr id="15" name="图片占位符 6"/>
          <p:cNvSpPr/>
          <p:nvPr>
            <p:ph type="pic" idx="12"/>
          </p:nvPr>
        </p:nvSpPr>
        <p:spPr>
          <a:xfrm>
            <a:off x="838200" y="4029575"/>
            <a:ext cx="5257800" cy="2338886"/>
          </a:xfrm>
        </p:spPr>
        <p:txBody>
          <a:bodyPr/>
          <a:p>
            <a:pPr/>
            <a:endParaRPr lang="zh-CN"/>
          </a:p>
        </p:txBody>
      </p:sp>
      <p:sp>
        <p:nvSpPr>
          <p:cNvPr id="16" name="图片占位符 6"/>
          <p:cNvSpPr/>
          <p:nvPr>
            <p:ph type="pic" idx="13"/>
          </p:nvPr>
        </p:nvSpPr>
        <p:spPr>
          <a:xfrm>
            <a:off x="6096001" y="4029575"/>
            <a:ext cx="5257802" cy="2338886"/>
          </a:xfrm>
        </p:spPr>
        <p:txBody>
          <a:bodyPr/>
          <a:p>
            <a:pPr/>
            <a:endParaRPr lang="zh-CN"/>
          </a:p>
        </p:txBody>
      </p:sp>
    </p:spTree>
  </p:cSld>
  <p:clrMapOvr>
    <a:masterClrMapping/>
  </p:clrMapOvr>
</p:sldLayout>
</file>

<file path=ppt/slideLayouts/slideLayout13.xml><?xml version="1.0" encoding="utf-8"?>
<p:sldLayout xmlns:a="http://schemas.openxmlformats.org/drawingml/2006/main" xmlns:p="http://schemas.openxmlformats.org/presentationml/2006/main">
  <p:cSld name="标题幻灯片">
    <p:spTree>
      <p:nvGrpSpPr>
        <p:cNvPr id="48" name=""/>
        <p:cNvGrpSpPr/>
        <p:nvPr/>
      </p:nvGrpSpPr>
      <p:grpSpPr>
        <a:xfrm>
          <a:off x="0" y="0"/>
          <a:ext cx="0" cy="0"/>
          <a:chOff x="0" y="0"/>
          <a:chExt cx="0" cy="0"/>
        </a:xfrm>
      </p:grpSpPr>
      <p:sp>
        <p:nvSpPr>
          <p:cNvPr id="49" name="标题 1"/>
          <p:cNvSpPr>
            <a:spLocks noGrp="true"/>
          </p:cNvSpPr>
          <p:nvPr>
            <p:ph type="ctrTitle"/>
          </p:nvPr>
        </p:nvSpPr>
        <p:spPr>
          <a:xfrm>
            <a:off x="1143000" y="841772"/>
            <a:ext cx="6858000" cy="1790700"/>
          </a:xfrm>
        </p:spPr>
        <p:txBody>
          <a:bodyPr anchor="b"/>
          <a:lstStyle>
            <a:lvl1pPr lvl="0" algn="ctr">
              <a:defRPr sz="4500"/>
            </a:lvl1pPr>
          </a:lstStyle>
          <a:p>
            <a:pPr/>
            <a:r>
              <a:rPr lang="zh-CN"/>
              <a:t>单击此处编辑母版标题样式</a:t>
            </a:r>
            <a:endParaRPr/>
          </a:p>
        </p:txBody>
      </p:sp>
      <p:sp>
        <p:nvSpPr>
          <p:cNvPr id="50" name="副标题 2"/>
          <p:cNvSpPr>
            <a:spLocks noGrp="true"/>
          </p:cNvSpPr>
          <p:nvPr>
            <p:ph type="subTitle" idx="1"/>
          </p:nvPr>
        </p:nvSpPr>
        <p:spPr>
          <a:xfrm>
            <a:off x="1143000" y="2701528"/>
            <a:ext cx="6858000" cy="1241822"/>
          </a:xfrm>
        </p:spPr>
        <p:txBody>
          <a:bodyPr/>
          <a:lstStyle>
            <a:lvl1pPr marL="0" lvl="0" indent="0" algn="ctr">
              <a:buNone/>
              <a:defRPr sz="1800"/>
            </a:lvl1pPr>
            <a:lvl2pPr marL="342900" lvl="1" indent="0" algn="ctr">
              <a:buNone/>
              <a:defRPr sz="1500"/>
            </a:lvl2pPr>
            <a:lvl3pPr marL="685800" lvl="2" indent="0" algn="ctr">
              <a:buNone/>
              <a:defRPr sz="1350"/>
            </a:lvl3pPr>
            <a:lvl4pPr marL="1028700" lvl="3" indent="0" algn="ctr">
              <a:buNone/>
              <a:defRPr sz="1200"/>
            </a:lvl4pPr>
            <a:lvl5pPr marL="1371600" lvl="4" indent="0" algn="ctr">
              <a:buNone/>
              <a:defRPr sz="1200"/>
            </a:lvl5pPr>
            <a:lvl6pPr marL="1714500" lvl="5" indent="0" algn="ctr">
              <a:buNone/>
              <a:defRPr sz="1200"/>
            </a:lvl6pPr>
            <a:lvl7pPr marL="2057400" lvl="6" indent="0" algn="ctr">
              <a:buNone/>
              <a:defRPr sz="1200"/>
            </a:lvl7pPr>
            <a:lvl8pPr marL="2400300" lvl="7" indent="0" algn="ctr">
              <a:buNone/>
              <a:defRPr sz="1200"/>
            </a:lvl8pPr>
            <a:lvl9pPr marL="2743200" lvl="8" indent="0" algn="ctr">
              <a:buNone/>
              <a:defRPr sz="1200"/>
            </a:lvl9pPr>
          </a:lstStyle>
          <a:p>
            <a:pPr/>
            <a:r>
              <a:rPr lang="zh-CN"/>
              <a:t>单击此处编辑母版副标题样式</a:t>
            </a:r>
            <a:endParaRPr/>
          </a:p>
        </p:txBody>
      </p:sp>
      <p:sp>
        <p:nvSpPr>
          <p:cNvPr id="51"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4B0F2199-409F-47B7-BE93-2F9B91E97F79}"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52"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53"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4EE16984-4C41-4752-970A-CEA923BD783B}"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14.xml><?xml version="1.0" encoding="utf-8"?>
<p:sldLayout xmlns:a="http://schemas.openxmlformats.org/drawingml/2006/main" xmlns:p="http://schemas.openxmlformats.org/presentationml/2006/main">
  <p:cSld name="标题和内容">
    <p:spTree>
      <p:nvGrpSpPr>
        <p:cNvPr id="54" name=""/>
        <p:cNvGrpSpPr/>
        <p:nvPr/>
      </p:nvGrpSpPr>
      <p:grpSpPr>
        <a:xfrm>
          <a:off x="0" y="0"/>
          <a:ext cx="0" cy="0"/>
          <a:chOff x="0" y="0"/>
          <a:chExt cx="0" cy="0"/>
        </a:xfrm>
      </p:grpSpPr>
      <p:sp>
        <p:nvSpPr>
          <p:cNvPr id="55" name="标题 1"/>
          <p:cNvSpPr>
            <a:spLocks noGrp="true"/>
          </p:cNvSpPr>
          <p:nvPr>
            <p:ph type="title"/>
          </p:nvPr>
        </p:nvSpPr>
        <p:spPr/>
        <p:txBody>
          <a:bodyPr/>
          <a:p>
            <a:pPr/>
            <a:r>
              <a:rPr lang="zh-CN"/>
              <a:t>单击此处编辑母版标题样式</a:t>
            </a:r>
            <a:endParaRPr/>
          </a:p>
        </p:txBody>
      </p:sp>
      <p:sp>
        <p:nvSpPr>
          <p:cNvPr id="56" name="内容占位符 2"/>
          <p:cNvSpPr>
            <a:spLocks noGrp="true"/>
          </p:cNvSpPr>
          <p:nvPr>
            <p:ph idx="1"/>
          </p:nvPr>
        </p:nvSpPr>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57"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18FD664B-E2D3-4C9C-BE0E-571CAA81BBDC}"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58"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59"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5BD81492-8504-4529-AE90-9AFD0CF3A97E}"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15.xml><?xml version="1.0" encoding="utf-8"?>
<p:sldLayout xmlns:a="http://schemas.openxmlformats.org/drawingml/2006/main" xmlns:p="http://schemas.openxmlformats.org/presentationml/2006/main">
  <p:cSld name="节标题">
    <p:spTree>
      <p:nvGrpSpPr>
        <p:cNvPr id="68" name=""/>
        <p:cNvGrpSpPr/>
        <p:nvPr/>
      </p:nvGrpSpPr>
      <p:grpSpPr>
        <a:xfrm>
          <a:off x="0" y="0"/>
          <a:ext cx="0" cy="0"/>
          <a:chOff x="0" y="0"/>
          <a:chExt cx="0" cy="0"/>
        </a:xfrm>
      </p:grpSpPr>
      <p:sp>
        <p:nvSpPr>
          <p:cNvPr id="69" name="标题 1"/>
          <p:cNvSpPr>
            <a:spLocks noGrp="true"/>
          </p:cNvSpPr>
          <p:nvPr>
            <p:ph type="title"/>
          </p:nvPr>
        </p:nvSpPr>
        <p:spPr>
          <a:xfrm>
            <a:off x="623888" y="1282304"/>
            <a:ext cx="7886700" cy="2139553"/>
          </a:xfrm>
        </p:spPr>
        <p:txBody>
          <a:bodyPr anchor="b"/>
          <a:lstStyle>
            <a:lvl1pPr lvl="0">
              <a:defRPr sz="4500"/>
            </a:lvl1pPr>
          </a:lstStyle>
          <a:p>
            <a:pPr/>
            <a:r>
              <a:rPr lang="zh-CN"/>
              <a:t>单击此处编辑母版标题样式</a:t>
            </a:r>
            <a:endParaRPr/>
          </a:p>
        </p:txBody>
      </p:sp>
      <p:sp>
        <p:nvSpPr>
          <p:cNvPr id="70" name="文本占位符 2"/>
          <p:cNvSpPr>
            <a:spLocks noGrp="true"/>
          </p:cNvSpPr>
          <p:nvPr>
            <p:ph type="body" idx="1"/>
          </p:nvPr>
        </p:nvSpPr>
        <p:spPr>
          <a:xfrm>
            <a:off x="623888" y="3442098"/>
            <a:ext cx="7886700" cy="1125140"/>
          </a:xfrm>
        </p:spPr>
        <p:txBody>
          <a:bodyPr/>
          <a:lstStyle>
            <a:lvl1pPr marL="0" lvl="0" indent="0">
              <a:buNone/>
              <a:defRPr sz="1800">
                <a:solidFill>
                  <a:schemeClr val="tx1">
                    <a:tint val="75000"/>
                  </a:schemeClr>
                </a:solidFill>
              </a:defRPr>
            </a:lvl1pPr>
            <a:lvl2pPr marL="342900" lvl="1" indent="0">
              <a:buNone/>
              <a:defRPr sz="1500">
                <a:solidFill>
                  <a:schemeClr val="tx1">
                    <a:tint val="75000"/>
                  </a:schemeClr>
                </a:solidFill>
              </a:defRPr>
            </a:lvl2pPr>
            <a:lvl3pPr marL="685800" lvl="2" indent="0">
              <a:buNone/>
              <a:defRPr sz="1350">
                <a:solidFill>
                  <a:schemeClr val="tx1">
                    <a:tint val="75000"/>
                  </a:schemeClr>
                </a:solidFill>
              </a:defRPr>
            </a:lvl3pPr>
            <a:lvl4pPr marL="1028700" lvl="3" indent="0">
              <a:buNone/>
              <a:defRPr sz="1200">
                <a:solidFill>
                  <a:schemeClr val="tx1">
                    <a:tint val="75000"/>
                  </a:schemeClr>
                </a:solidFill>
              </a:defRPr>
            </a:lvl4pPr>
            <a:lvl5pPr marL="1371600" lvl="4" indent="0">
              <a:buNone/>
              <a:defRPr sz="1200">
                <a:solidFill>
                  <a:schemeClr val="tx1">
                    <a:tint val="75000"/>
                  </a:schemeClr>
                </a:solidFill>
              </a:defRPr>
            </a:lvl5pPr>
            <a:lvl6pPr marL="1714500" lvl="5" indent="0">
              <a:buNone/>
              <a:defRPr sz="1200">
                <a:solidFill>
                  <a:schemeClr val="tx1">
                    <a:tint val="75000"/>
                  </a:schemeClr>
                </a:solidFill>
              </a:defRPr>
            </a:lvl6pPr>
            <a:lvl7pPr marL="2057400" lvl="6" indent="0">
              <a:buNone/>
              <a:defRPr sz="1200">
                <a:solidFill>
                  <a:schemeClr val="tx1">
                    <a:tint val="75000"/>
                  </a:schemeClr>
                </a:solidFill>
              </a:defRPr>
            </a:lvl7pPr>
            <a:lvl8pPr marL="2400300" lvl="7" indent="0">
              <a:buNone/>
              <a:defRPr sz="1200">
                <a:solidFill>
                  <a:schemeClr val="tx1">
                    <a:tint val="75000"/>
                  </a:schemeClr>
                </a:solidFill>
              </a:defRPr>
            </a:lvl8pPr>
            <a:lvl9pPr marL="2743200" lvl="8" indent="0">
              <a:buNone/>
              <a:defRPr sz="1200">
                <a:solidFill>
                  <a:schemeClr val="tx1">
                    <a:tint val="75000"/>
                  </a:schemeClr>
                </a:solidFill>
              </a:defRPr>
            </a:lvl9pPr>
          </a:lstStyle>
          <a:p>
            <a:pPr lvl="0"/>
            <a:r>
              <a:rPr lang="zh-CN"/>
              <a:t>单击此处编辑母版文本样式</a:t>
            </a:r>
            <a:endParaRPr/>
          </a:p>
        </p:txBody>
      </p:sp>
      <p:sp>
        <p:nvSpPr>
          <p:cNvPr id="71"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6AAA19B4-2E7E-458E-8A9C-BEEA9FF074FC}"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72"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73"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9F469BC3-C148-46F3-8173-7782689BB119}"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16.xml><?xml version="1.0" encoding="utf-8"?>
<p:sldLayout xmlns:a="http://schemas.openxmlformats.org/drawingml/2006/main" xmlns:p="http://schemas.openxmlformats.org/presentationml/2006/main">
  <p:cSld name="两栏内容">
    <p:spTree>
      <p:nvGrpSpPr>
        <p:cNvPr id="74" name=""/>
        <p:cNvGrpSpPr/>
        <p:nvPr/>
      </p:nvGrpSpPr>
      <p:grpSpPr>
        <a:xfrm>
          <a:off x="0" y="0"/>
          <a:ext cx="0" cy="0"/>
          <a:chOff x="0" y="0"/>
          <a:chExt cx="0" cy="0"/>
        </a:xfrm>
      </p:grpSpPr>
      <p:sp>
        <p:nvSpPr>
          <p:cNvPr id="75" name="标题 1"/>
          <p:cNvSpPr>
            <a:spLocks noGrp="true"/>
          </p:cNvSpPr>
          <p:nvPr>
            <p:ph type="title"/>
          </p:nvPr>
        </p:nvSpPr>
        <p:spPr/>
        <p:txBody>
          <a:bodyPr/>
          <a:p>
            <a:pPr/>
            <a:r>
              <a:rPr lang="zh-CN"/>
              <a:t>单击此处编辑母版标题样式</a:t>
            </a:r>
            <a:endParaRPr/>
          </a:p>
        </p:txBody>
      </p:sp>
      <p:sp>
        <p:nvSpPr>
          <p:cNvPr id="76" name="内容占位符 2"/>
          <p:cNvSpPr>
            <a:spLocks noGrp="true"/>
          </p:cNvSpPr>
          <p:nvPr>
            <p:ph idx="1"/>
          </p:nvPr>
        </p:nvSpPr>
        <p:spPr>
          <a:xfrm>
            <a:off x="628650" y="1369219"/>
            <a:ext cx="3886200" cy="3263504"/>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77" name="内容占位符 3"/>
          <p:cNvSpPr>
            <a:spLocks noGrp="true"/>
          </p:cNvSpPr>
          <p:nvPr>
            <p:ph idx="2"/>
          </p:nvPr>
        </p:nvSpPr>
        <p:spPr>
          <a:xfrm>
            <a:off x="4629150" y="1369219"/>
            <a:ext cx="3886200" cy="3263504"/>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78"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0E96812E-53D3-49BA-9892-AE4DA991B851}"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79"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80"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C7F0ED2D-B540-4335-9ED2-28539349799E}"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17.xml><?xml version="1.0" encoding="utf-8"?>
<p:sldLayout xmlns:a="http://schemas.openxmlformats.org/drawingml/2006/main" xmlns:p="http://schemas.openxmlformats.org/presentationml/2006/main">
  <p:cSld name="比较">
    <p:spTree>
      <p:nvGrpSpPr>
        <p:cNvPr id="81" name=""/>
        <p:cNvGrpSpPr/>
        <p:nvPr/>
      </p:nvGrpSpPr>
      <p:grpSpPr>
        <a:xfrm>
          <a:off x="0" y="0"/>
          <a:ext cx="0" cy="0"/>
          <a:chOff x="0" y="0"/>
          <a:chExt cx="0" cy="0"/>
        </a:xfrm>
      </p:grpSpPr>
      <p:sp>
        <p:nvSpPr>
          <p:cNvPr id="82" name="标题 1"/>
          <p:cNvSpPr>
            <a:spLocks noGrp="true"/>
          </p:cNvSpPr>
          <p:nvPr>
            <p:ph type="title"/>
          </p:nvPr>
        </p:nvSpPr>
        <p:spPr>
          <a:xfrm>
            <a:off x="629841" y="273844"/>
            <a:ext cx="7886700" cy="994172"/>
          </a:xfrm>
        </p:spPr>
        <p:txBody>
          <a:bodyPr/>
          <a:p>
            <a:pPr/>
            <a:r>
              <a:rPr lang="zh-CN"/>
              <a:t>单击此处编辑母版标题样式</a:t>
            </a:r>
            <a:endParaRPr/>
          </a:p>
        </p:txBody>
      </p:sp>
      <p:sp>
        <p:nvSpPr>
          <p:cNvPr id="83" name="文本占位符 2"/>
          <p:cNvSpPr>
            <a:spLocks noGrp="true"/>
          </p:cNvSpPr>
          <p:nvPr>
            <p:ph type="body" idx="1"/>
          </p:nvPr>
        </p:nvSpPr>
        <p:spPr>
          <a:xfrm>
            <a:off x="629842" y="1260872"/>
            <a:ext cx="3868340" cy="617934"/>
          </a:xfrm>
        </p:spPr>
        <p:txBody>
          <a:bodyPr anchor="b"/>
          <a:lstStyle>
            <a:lvl1pPr marL="0" lvl="0" indent="0">
              <a:buNone/>
              <a:defRPr sz="1800" b="true"/>
            </a:lvl1pPr>
            <a:lvl2pPr marL="342900" lvl="1" indent="0">
              <a:buNone/>
              <a:defRPr sz="1500" b="true"/>
            </a:lvl2pPr>
            <a:lvl3pPr marL="685800" lvl="2" indent="0">
              <a:buNone/>
              <a:defRPr sz="1350" b="true"/>
            </a:lvl3pPr>
            <a:lvl4pPr marL="1028700" lvl="3" indent="0">
              <a:buNone/>
              <a:defRPr sz="1200" b="true"/>
            </a:lvl4pPr>
            <a:lvl5pPr marL="1371600" lvl="4" indent="0">
              <a:buNone/>
              <a:defRPr sz="1200" b="true"/>
            </a:lvl5pPr>
            <a:lvl6pPr marL="1714500" lvl="5" indent="0">
              <a:buNone/>
              <a:defRPr sz="1200" b="true"/>
            </a:lvl6pPr>
            <a:lvl7pPr marL="2057400" lvl="6" indent="0">
              <a:buNone/>
              <a:defRPr sz="1200" b="true"/>
            </a:lvl7pPr>
            <a:lvl8pPr marL="2400300" lvl="7" indent="0">
              <a:buNone/>
              <a:defRPr sz="1200" b="true"/>
            </a:lvl8pPr>
            <a:lvl9pPr marL="2743200" lvl="8" indent="0">
              <a:buNone/>
              <a:defRPr sz="1200" b="true"/>
            </a:lvl9pPr>
          </a:lstStyle>
          <a:p>
            <a:pPr lvl="0"/>
            <a:r>
              <a:rPr lang="zh-CN"/>
              <a:t>单击此处编辑母版文本样式</a:t>
            </a:r>
            <a:endParaRPr/>
          </a:p>
        </p:txBody>
      </p:sp>
      <p:sp>
        <p:nvSpPr>
          <p:cNvPr id="84" name="内容占位符 3"/>
          <p:cNvSpPr>
            <a:spLocks noGrp="true"/>
          </p:cNvSpPr>
          <p:nvPr>
            <p:ph idx="2"/>
          </p:nvPr>
        </p:nvSpPr>
        <p:spPr>
          <a:xfrm>
            <a:off x="629842" y="1878806"/>
            <a:ext cx="3868340" cy="2763441"/>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85" name="文本占位符 4"/>
          <p:cNvSpPr>
            <a:spLocks noGrp="true"/>
          </p:cNvSpPr>
          <p:nvPr>
            <p:ph type="body" idx="3"/>
          </p:nvPr>
        </p:nvSpPr>
        <p:spPr>
          <a:xfrm>
            <a:off x="4629150" y="1260872"/>
            <a:ext cx="3887391" cy="617934"/>
          </a:xfrm>
        </p:spPr>
        <p:txBody>
          <a:bodyPr anchor="b"/>
          <a:lstStyle>
            <a:lvl1pPr marL="0" lvl="0" indent="0">
              <a:buNone/>
              <a:defRPr sz="1800" b="true"/>
            </a:lvl1pPr>
            <a:lvl2pPr marL="342900" lvl="1" indent="0">
              <a:buNone/>
              <a:defRPr sz="1500" b="true"/>
            </a:lvl2pPr>
            <a:lvl3pPr marL="685800" lvl="2" indent="0">
              <a:buNone/>
              <a:defRPr sz="1350" b="true"/>
            </a:lvl3pPr>
            <a:lvl4pPr marL="1028700" lvl="3" indent="0">
              <a:buNone/>
              <a:defRPr sz="1200" b="true"/>
            </a:lvl4pPr>
            <a:lvl5pPr marL="1371600" lvl="4" indent="0">
              <a:buNone/>
              <a:defRPr sz="1200" b="true"/>
            </a:lvl5pPr>
            <a:lvl6pPr marL="1714500" lvl="5" indent="0">
              <a:buNone/>
              <a:defRPr sz="1200" b="true"/>
            </a:lvl6pPr>
            <a:lvl7pPr marL="2057400" lvl="6" indent="0">
              <a:buNone/>
              <a:defRPr sz="1200" b="true"/>
            </a:lvl7pPr>
            <a:lvl8pPr marL="2400300" lvl="7" indent="0">
              <a:buNone/>
              <a:defRPr sz="1200" b="true"/>
            </a:lvl8pPr>
            <a:lvl9pPr marL="2743200" lvl="8" indent="0">
              <a:buNone/>
              <a:defRPr sz="1200" b="true"/>
            </a:lvl9pPr>
          </a:lstStyle>
          <a:p>
            <a:pPr lvl="0"/>
            <a:r>
              <a:rPr lang="zh-CN"/>
              <a:t>单击此处编辑母版文本样式</a:t>
            </a:r>
            <a:endParaRPr/>
          </a:p>
        </p:txBody>
      </p:sp>
      <p:sp>
        <p:nvSpPr>
          <p:cNvPr id="86" name="内容占位符 5"/>
          <p:cNvSpPr>
            <a:spLocks noGrp="true"/>
          </p:cNvSpPr>
          <p:nvPr>
            <p:ph idx="4"/>
          </p:nvPr>
        </p:nvSpPr>
        <p:spPr>
          <a:xfrm>
            <a:off x="4629150" y="1878806"/>
            <a:ext cx="3887391" cy="2763441"/>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87"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3379CDB6-817C-4874-91B1-8AD2138EA649}"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88"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89"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B910390F-9B31-4201-A175-98C9A8A4852F}"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18.xml><?xml version="1.0" encoding="utf-8"?>
<p:sldLayout xmlns:a="http://schemas.openxmlformats.org/drawingml/2006/main" xmlns:p="http://schemas.openxmlformats.org/presentationml/2006/main">
  <p:cSld name="仅标题">
    <p:spTree>
      <p:nvGrpSpPr>
        <p:cNvPr id="90" name=""/>
        <p:cNvGrpSpPr/>
        <p:nvPr/>
      </p:nvGrpSpPr>
      <p:grpSpPr>
        <a:xfrm>
          <a:off x="0" y="0"/>
          <a:ext cx="0" cy="0"/>
          <a:chOff x="0" y="0"/>
          <a:chExt cx="0" cy="0"/>
        </a:xfrm>
      </p:grpSpPr>
      <p:sp>
        <p:nvSpPr>
          <p:cNvPr id="91" name="标题 1"/>
          <p:cNvSpPr>
            <a:spLocks noGrp="true"/>
          </p:cNvSpPr>
          <p:nvPr>
            <p:ph type="title"/>
          </p:nvPr>
        </p:nvSpPr>
        <p:spPr/>
        <p:txBody>
          <a:bodyPr/>
          <a:p>
            <a:pPr/>
            <a:r>
              <a:rPr lang="zh-CN"/>
              <a:t>单击此处编辑母版标题样式</a:t>
            </a:r>
            <a:endParaRPr/>
          </a:p>
        </p:txBody>
      </p:sp>
      <p:sp>
        <p:nvSpPr>
          <p:cNvPr id="92"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23A2DA48-0B80-4E4A-9F53-E3A70A100908}"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93"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94"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27A5CF3E-0558-465F-81DB-C01DF01CAD49}"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19.xml><?xml version="1.0" encoding="utf-8"?>
<p:sldLayout xmlns:a="http://schemas.openxmlformats.org/drawingml/2006/main" xmlns:p="http://schemas.openxmlformats.org/presentationml/2006/main">
  <p:cSld name="空白">
    <p:spTree>
      <p:nvGrpSpPr>
        <p:cNvPr id="95" name=""/>
        <p:cNvGrpSpPr/>
        <p:nvPr/>
      </p:nvGrpSpPr>
      <p:grpSpPr>
        <a:xfrm>
          <a:off x="0" y="0"/>
          <a:ext cx="0" cy="0"/>
          <a:chOff x="0" y="0"/>
          <a:chExt cx="0" cy="0"/>
        </a:xfrm>
      </p:grpSpPr>
      <p:sp>
        <p:nvSpPr>
          <p:cNvPr id="96"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B923F9E0-4800-4B93-B386-91EF72FC29D6}"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97"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98"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6922A6D8-4E69-4E1C-8848-345065107BC5}"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20.xml><?xml version="1.0" encoding="utf-8"?>
<p:sldLayout xmlns:a="http://schemas.openxmlformats.org/drawingml/2006/main" xmlns:p="http://schemas.openxmlformats.org/presentationml/2006/main">
  <p:cSld name="内容与标题">
    <p:spTree>
      <p:nvGrpSpPr>
        <p:cNvPr id="99" name=""/>
        <p:cNvGrpSpPr/>
        <p:nvPr/>
      </p:nvGrpSpPr>
      <p:grpSpPr>
        <a:xfrm>
          <a:off x="0" y="0"/>
          <a:ext cx="0" cy="0"/>
          <a:chOff x="0" y="0"/>
          <a:chExt cx="0" cy="0"/>
        </a:xfrm>
      </p:grpSpPr>
      <p:sp>
        <p:nvSpPr>
          <p:cNvPr id="100" name="标题 1"/>
          <p:cNvSpPr>
            <a:spLocks noGrp="true"/>
          </p:cNvSpPr>
          <p:nvPr>
            <p:ph type="title"/>
          </p:nvPr>
        </p:nvSpPr>
        <p:spPr>
          <a:xfrm>
            <a:off x="629841" y="342900"/>
            <a:ext cx="2949178" cy="1200150"/>
          </a:xfrm>
        </p:spPr>
        <p:txBody>
          <a:bodyPr anchor="b"/>
          <a:lstStyle>
            <a:lvl1pPr lvl="0">
              <a:defRPr sz="2400"/>
            </a:lvl1pPr>
          </a:lstStyle>
          <a:p>
            <a:pPr/>
            <a:r>
              <a:rPr lang="zh-CN"/>
              <a:t>单击此处编辑母版标题样式</a:t>
            </a:r>
            <a:endParaRPr/>
          </a:p>
        </p:txBody>
      </p:sp>
      <p:sp>
        <p:nvSpPr>
          <p:cNvPr id="101" name="内容占位符 2"/>
          <p:cNvSpPr>
            <a:spLocks noGrp="true"/>
          </p:cNvSpPr>
          <p:nvPr>
            <p:ph idx="1"/>
          </p:nvPr>
        </p:nvSpPr>
        <p:spPr>
          <a:xfrm>
            <a:off x="3887391" y="740569"/>
            <a:ext cx="4629150" cy="3655219"/>
          </a:xfrm>
        </p:spPr>
        <p:txBody>
          <a:bodyPr/>
          <a:lstStyle>
            <a:lvl1pPr lvl="0">
              <a:defRPr sz="2400"/>
            </a:lvl1pPr>
            <a:lvl2pPr lvl="1">
              <a:defRPr sz="2100"/>
            </a:lvl2pPr>
            <a:lvl3pPr lvl="2">
              <a:defRPr sz="1800"/>
            </a:lvl3pPr>
            <a:lvl4pPr lvl="3">
              <a:defRPr sz="1500"/>
            </a:lvl4pPr>
            <a:lvl5pPr lvl="4">
              <a:defRPr sz="1500"/>
            </a:lvl5pPr>
            <a:lvl6pPr lvl="5">
              <a:defRPr sz="1500"/>
            </a:lvl6pPr>
            <a:lvl7pPr lvl="6">
              <a:defRPr sz="1500"/>
            </a:lvl7pPr>
            <a:lvl8pPr lvl="7">
              <a:defRPr sz="1500"/>
            </a:lvl8pPr>
            <a:lvl9pPr lvl="8">
              <a:defRPr sz="1500"/>
            </a:lvl9pPr>
          </a:lstStyle>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02" name="文本占位符 3"/>
          <p:cNvSpPr>
            <a:spLocks noGrp="true"/>
          </p:cNvSpPr>
          <p:nvPr>
            <p:ph type="body" idx="2"/>
          </p:nvPr>
        </p:nvSpPr>
        <p:spPr>
          <a:xfrm>
            <a:off x="629841" y="1543050"/>
            <a:ext cx="2949178" cy="2858691"/>
          </a:xfrm>
        </p:spPr>
        <p:txBody>
          <a:bodyPr/>
          <a:lstStyle>
            <a:lvl1pPr marL="0" lvl="0" indent="0">
              <a:buNone/>
              <a:defRPr sz="1200"/>
            </a:lvl1pPr>
            <a:lvl2pPr marL="342900" lvl="1" indent="0">
              <a:buNone/>
              <a:defRPr sz="1050"/>
            </a:lvl2pPr>
            <a:lvl3pPr marL="685800" lvl="2" indent="0">
              <a:buNone/>
              <a:defRPr sz="900"/>
            </a:lvl3pPr>
            <a:lvl4pPr marL="1028700" lvl="3" indent="0">
              <a:buNone/>
              <a:defRPr sz="750"/>
            </a:lvl4pPr>
            <a:lvl5pPr marL="1371600" lvl="4" indent="0">
              <a:buNone/>
              <a:defRPr sz="750"/>
            </a:lvl5pPr>
            <a:lvl6pPr marL="1714500" lvl="5" indent="0">
              <a:buNone/>
              <a:defRPr sz="750"/>
            </a:lvl6pPr>
            <a:lvl7pPr marL="2057400" lvl="6" indent="0">
              <a:buNone/>
              <a:defRPr sz="750"/>
            </a:lvl7pPr>
            <a:lvl8pPr marL="2400300" lvl="7" indent="0">
              <a:buNone/>
              <a:defRPr sz="750"/>
            </a:lvl8pPr>
            <a:lvl9pPr marL="2743200" lvl="8" indent="0">
              <a:buNone/>
              <a:defRPr sz="750"/>
            </a:lvl9pPr>
          </a:lstStyle>
          <a:p>
            <a:pPr lvl="0"/>
            <a:r>
              <a:rPr lang="zh-CN"/>
              <a:t>单击此处编辑母版文本样式</a:t>
            </a:r>
            <a:endParaRPr/>
          </a:p>
        </p:txBody>
      </p:sp>
      <p:sp>
        <p:nvSpPr>
          <p:cNvPr id="103"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05DBA76C-D88F-4469-9820-C29ED4F82D67}"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104"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105"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5BE93953-88A6-4293-9590-B762A246C344}"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21.xml><?xml version="1.0" encoding="utf-8"?>
<p:sldLayout xmlns:a="http://schemas.openxmlformats.org/drawingml/2006/main" xmlns:p="http://schemas.openxmlformats.org/presentationml/2006/main">
  <p:cSld name="图片与标题">
    <p:spTree>
      <p:nvGrpSpPr>
        <p:cNvPr id="106" name=""/>
        <p:cNvGrpSpPr/>
        <p:nvPr/>
      </p:nvGrpSpPr>
      <p:grpSpPr>
        <a:xfrm>
          <a:off x="0" y="0"/>
          <a:ext cx="0" cy="0"/>
          <a:chOff x="0" y="0"/>
          <a:chExt cx="0" cy="0"/>
        </a:xfrm>
      </p:grpSpPr>
      <p:sp>
        <p:nvSpPr>
          <p:cNvPr id="107" name="标题 1"/>
          <p:cNvSpPr>
            <a:spLocks noGrp="true"/>
          </p:cNvSpPr>
          <p:nvPr>
            <p:ph type="title"/>
          </p:nvPr>
        </p:nvSpPr>
        <p:spPr>
          <a:xfrm>
            <a:off x="629841" y="342900"/>
            <a:ext cx="2949178" cy="1200150"/>
          </a:xfrm>
        </p:spPr>
        <p:txBody>
          <a:bodyPr anchor="b"/>
          <a:lstStyle>
            <a:lvl1pPr lvl="0">
              <a:defRPr sz="2400"/>
            </a:lvl1pPr>
          </a:lstStyle>
          <a:p>
            <a:pPr/>
            <a:r>
              <a:rPr lang="zh-CN"/>
              <a:t>单击此处编辑母版标题样式</a:t>
            </a:r>
            <a:endParaRPr/>
          </a:p>
        </p:txBody>
      </p:sp>
      <p:sp>
        <p:nvSpPr>
          <p:cNvPr id="108" name="图片占位符 2"/>
          <p:cNvSpPr>
            <a:spLocks noGrp="true"/>
          </p:cNvSpPr>
          <p:nvPr>
            <p:ph type="pic" idx="1"/>
          </p:nvPr>
        </p:nvSpPr>
        <p:spPr>
          <a:xfrm>
            <a:off x="3887391" y="740569"/>
            <a:ext cx="4629150" cy="3655219"/>
          </a:xfrm>
        </p:spPr>
        <p:txBody>
          <a:bodyPr vert="horz" lIns="91440" tIns="45720" rIns="91440" bIns="45720">
            <a:normAutofit/>
          </a:bodyPr>
          <a:lstStyle>
            <a:lvl1pPr marL="0" lvl="0" indent="0">
              <a:buNone/>
              <a:defRPr sz="2400"/>
            </a:lvl1pPr>
            <a:lvl2pPr marL="342900" lvl="1" indent="0">
              <a:buNone/>
              <a:defRPr sz="2100"/>
            </a:lvl2pPr>
            <a:lvl3pPr marL="685800" lvl="2" indent="0">
              <a:buNone/>
              <a:defRPr sz="1800"/>
            </a:lvl3pPr>
            <a:lvl4pPr marL="1028700" lvl="3" indent="0">
              <a:buNone/>
              <a:defRPr sz="1500"/>
            </a:lvl4pPr>
            <a:lvl5pPr marL="1371600" lvl="4" indent="0">
              <a:buNone/>
              <a:defRPr sz="1500"/>
            </a:lvl5pPr>
            <a:lvl6pPr marL="1714500" lvl="5" indent="0">
              <a:buNone/>
              <a:defRPr sz="1500"/>
            </a:lvl6pPr>
            <a:lvl7pPr marL="2057400" lvl="6" indent="0">
              <a:buNone/>
              <a:defRPr sz="1500"/>
            </a:lvl7pPr>
            <a:lvl8pPr marL="2400300" lvl="7" indent="0">
              <a:buNone/>
              <a:defRPr sz="1500"/>
            </a:lvl8pPr>
            <a:lvl9pPr marL="2743200" lvl="8" indent="0">
              <a:buNone/>
              <a:defRPr sz="1500"/>
            </a:lvl9pPr>
          </a:lstStyle>
          <a:p>
            <a:pPr marL="0" lvl="0" indent="0" algn="l" defTabSz="685800">
              <a:lnSpc>
                <a:spcPct val="90000"/>
              </a:lnSpc>
              <a:spcBef>
                <a:spcPts val="750"/>
              </a:spcBef>
              <a:spcAft>
                <a:spcPct val="1"/>
              </a:spcAft>
              <a:buClrTx/>
              <a:buSzTx/>
              <a:buFont typeface="Arial" charset="0"/>
              <a:buNone/>
            </a:pPr>
            <a:endParaRPr lang="zh-CN" sz="2400" b="false" i="false" u="none" strike="noStrike" kern="1200" spc="0" baseline="0">
              <a:ln>
                <a:noFill/>
              </a:ln>
              <a:solidFill>
                <a:schemeClr val="tx1"/>
              </a:solidFill>
              <a:latin typeface="等线"/>
              <a:ea typeface="Arial"/>
            </a:endParaRPr>
          </a:p>
        </p:txBody>
      </p:sp>
      <p:sp>
        <p:nvSpPr>
          <p:cNvPr id="109" name="文本占位符 3"/>
          <p:cNvSpPr>
            <a:spLocks noGrp="true"/>
          </p:cNvSpPr>
          <p:nvPr>
            <p:ph type="body" idx="2"/>
          </p:nvPr>
        </p:nvSpPr>
        <p:spPr>
          <a:xfrm>
            <a:off x="629841" y="1543050"/>
            <a:ext cx="2949178" cy="2858691"/>
          </a:xfrm>
        </p:spPr>
        <p:txBody>
          <a:bodyPr/>
          <a:lstStyle>
            <a:lvl1pPr marL="0" lvl="0" indent="0">
              <a:buNone/>
              <a:defRPr sz="1200"/>
            </a:lvl1pPr>
            <a:lvl2pPr marL="342900" lvl="1" indent="0">
              <a:buNone/>
              <a:defRPr sz="1050"/>
            </a:lvl2pPr>
            <a:lvl3pPr marL="685800" lvl="2" indent="0">
              <a:buNone/>
              <a:defRPr sz="900"/>
            </a:lvl3pPr>
            <a:lvl4pPr marL="1028700" lvl="3" indent="0">
              <a:buNone/>
              <a:defRPr sz="750"/>
            </a:lvl4pPr>
            <a:lvl5pPr marL="1371600" lvl="4" indent="0">
              <a:buNone/>
              <a:defRPr sz="750"/>
            </a:lvl5pPr>
            <a:lvl6pPr marL="1714500" lvl="5" indent="0">
              <a:buNone/>
              <a:defRPr sz="750"/>
            </a:lvl6pPr>
            <a:lvl7pPr marL="2057400" lvl="6" indent="0">
              <a:buNone/>
              <a:defRPr sz="750"/>
            </a:lvl7pPr>
            <a:lvl8pPr marL="2400300" lvl="7" indent="0">
              <a:buNone/>
              <a:defRPr sz="750"/>
            </a:lvl8pPr>
            <a:lvl9pPr marL="2743200" lvl="8" indent="0">
              <a:buNone/>
              <a:defRPr sz="750"/>
            </a:lvl9pPr>
          </a:lstStyle>
          <a:p>
            <a:pPr lvl="0"/>
            <a:r>
              <a:rPr lang="zh-CN"/>
              <a:t>单击此处编辑母版文本样式</a:t>
            </a:r>
            <a:endParaRPr/>
          </a:p>
        </p:txBody>
      </p:sp>
      <p:sp>
        <p:nvSpPr>
          <p:cNvPr id="110"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DF659EBE-2A63-4F58-9C12-8704077B29B0}"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111"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112"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E60D8CEB-F521-4107-BA63-24DD009E329B}"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22.xml><?xml version="1.0" encoding="utf-8"?>
<p:sldLayout xmlns:a="http://schemas.openxmlformats.org/drawingml/2006/main" xmlns:p="http://schemas.openxmlformats.org/presentationml/2006/main">
  <p:cSld name="标题和竖排文字">
    <p:spTree>
      <p:nvGrpSpPr>
        <p:cNvPr id="113" name=""/>
        <p:cNvGrpSpPr/>
        <p:nvPr/>
      </p:nvGrpSpPr>
      <p:grpSpPr>
        <a:xfrm>
          <a:off x="0" y="0"/>
          <a:ext cx="0" cy="0"/>
          <a:chOff x="0" y="0"/>
          <a:chExt cx="0" cy="0"/>
        </a:xfrm>
      </p:grpSpPr>
      <p:sp>
        <p:nvSpPr>
          <p:cNvPr id="114" name="标题 1"/>
          <p:cNvSpPr>
            <a:spLocks noGrp="true"/>
          </p:cNvSpPr>
          <p:nvPr>
            <p:ph type="title"/>
          </p:nvPr>
        </p:nvSpPr>
        <p:spPr/>
        <p:txBody>
          <a:bodyPr/>
          <a:p>
            <a:pPr/>
            <a:r>
              <a:rPr lang="zh-CN"/>
              <a:t>单击此处编辑母版标题样式</a:t>
            </a:r>
            <a:endParaRPr/>
          </a:p>
        </p:txBody>
      </p:sp>
      <p:sp>
        <p:nvSpPr>
          <p:cNvPr id="115" name="竖排文字占位符 2"/>
          <p:cNvSpPr>
            <a:spLocks noGrp="true"/>
          </p:cNvSpPr>
          <p:nvPr>
            <p:ph type="body" idx="1"/>
          </p:nvPr>
        </p:nvSpPr>
        <p:spPr/>
        <p:txBody>
          <a:bodyPr vert="eaVert"/>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16"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0DDBD517-F39D-4F39-93E3-3353CFD00E7A}"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117"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118"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616EE531-0616-4A17-A7FF-DB8F81851A25}"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23.xml><?xml version="1.0" encoding="utf-8"?>
<p:sldLayout xmlns:a="http://schemas.openxmlformats.org/drawingml/2006/main" xmlns:p="http://schemas.openxmlformats.org/presentationml/2006/main">
  <p:cSld name="竖排标题与文本">
    <p:spTree>
      <p:nvGrpSpPr>
        <p:cNvPr id="60" name=""/>
        <p:cNvGrpSpPr/>
        <p:nvPr/>
      </p:nvGrpSpPr>
      <p:grpSpPr>
        <a:xfrm>
          <a:off x="0" y="0"/>
          <a:ext cx="0" cy="0"/>
          <a:chOff x="0" y="0"/>
          <a:chExt cx="0" cy="0"/>
        </a:xfrm>
      </p:grpSpPr>
      <p:sp>
        <p:nvSpPr>
          <p:cNvPr id="61" name="竖排标题 1"/>
          <p:cNvSpPr>
            <a:spLocks noGrp="true"/>
          </p:cNvSpPr>
          <p:nvPr>
            <p:ph type="title"/>
          </p:nvPr>
        </p:nvSpPr>
        <p:spPr>
          <a:xfrm>
            <a:off x="6543675" y="273844"/>
            <a:ext cx="1971675" cy="4358879"/>
          </a:xfrm>
        </p:spPr>
        <p:txBody>
          <a:bodyPr vert="eaVert"/>
          <a:p>
            <a:pPr/>
            <a:r>
              <a:rPr lang="zh-CN"/>
              <a:t>单击此处编辑母版标题样式</a:t>
            </a:r>
            <a:endParaRPr/>
          </a:p>
        </p:txBody>
      </p:sp>
      <p:sp>
        <p:nvSpPr>
          <p:cNvPr id="62" name="竖排文字占位符 2"/>
          <p:cNvSpPr>
            <a:spLocks noGrp="true"/>
          </p:cNvSpPr>
          <p:nvPr>
            <p:ph type="body" idx="1"/>
          </p:nvPr>
        </p:nvSpPr>
        <p:spPr>
          <a:xfrm>
            <a:off x="628650" y="273844"/>
            <a:ext cx="5800725" cy="4358879"/>
          </a:xfrm>
        </p:spPr>
        <p:txBody>
          <a:bodyPr vert="eaVert"/>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63" name="日期占位符 3"/>
          <p:cNvSpPr>
            <a:spLocks noGrp="true"/>
          </p:cNvSpPr>
          <p:nvPr>
            <p:ph type="dt" idx="10"/>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101CBC9A-E188-44F1-9755-F3C29306580B}"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64" name="页脚占位符 4"/>
          <p:cNvSpPr>
            <a:spLocks noGrp="true"/>
          </p:cNvSpPr>
          <p:nvPr>
            <p:ph type="ftr" idx="11"/>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65" name="灯片编号占位符 5"/>
          <p:cNvSpPr>
            <a:spLocks noGrp="true"/>
          </p:cNvSpPr>
          <p:nvPr>
            <p:ph type="sldNum" idx="12"/>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ECD47C93-F6AB-4F7F-8916-986EDB68D0EF}" type="slidenum">
              <a:rPr lang="zh-CN" sz="900">
                <a:solidFill>
                  <a:srgbClr val="898989"/>
                </a:solidFill>
              </a:rPr>
              <a:t>*</a:t>
            </a:fld>
            <a:endParaRPr lang="zh-CN" sz="900">
              <a:solidFill>
                <a:srgbClr val="898989"/>
              </a:solidFill>
            </a:endParaRPr>
          </a:p>
        </p:txBody>
      </p:sp>
    </p:spTree>
  </p:cSld>
  <p:clrMapOvr>
    <a:masterClrMapping/>
  </p:clrMapOvr>
</p:sldLayout>
</file>

<file path=ppt/slideLayouts/slideLayout24.xml><?xml version="1.0" encoding="utf-8"?>
<p:sldLayout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showMasterSp="false" mc:Ignorable="a14">
  <p:cSld name="1_标题幻灯片">
    <p:bg>
      <p:bgPr>
        <a:blipFill rotWithShape="false">
          <a:blip r:embed="rId1">
            <a:lum bright="0" contrast="0"/>
            <a:extLst>
              <a:ext uri="">
                <a14:imgProps>
                  <a14:imgLayer>
                    <a14:imgEffect>
                      <a14:brightnessContrast bright="0" contrast="0"/>
                      <a14:colorTemperature colorTemp="6500"/>
                      <a14:saturation sat="100000"/>
                      <a14:sharpenSoften amount="0"/>
                    </a14:imgEffect>
                  </a14:imgLayer>
                </a14:imgProps>
              </a:ext>
            </a:extLst>
          </a:blip>
          <a:stretch/>
        </a:blipFill>
      </p:bgPr>
    </p:bg>
    <p:spTree>
      <p:nvGrpSpPr>
        <p:cNvPr id="66"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p="http://schemas.openxmlformats.org/presentationml/2006/main">
  <p:cSld name="2_标题和内容">
    <p:bg>
      <p:bgPr>
        <a:solidFill>
          <a:schemeClr val="bg1"/>
        </a:solidFill>
      </p:bgPr>
    </p:bg>
    <p:spTree>
      <p:nvGrpSpPr>
        <p:cNvPr id="67"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8" Type="http://schemas.openxmlformats.org/officeDocument/2006/relationships/slideLayout" Target="../slideLayouts/slideLayout9.xml" /><Relationship Id="rId7" Type="http://schemas.openxmlformats.org/officeDocument/2006/relationships/slideLayout" Target="../slideLayouts/slideLayout8.xml" /><Relationship Id="rId6" Type="http://schemas.openxmlformats.org/officeDocument/2006/relationships/slideLayout" Target="../slideLayouts/slideLayout7.xml" /><Relationship Id="rId5" Type="http://schemas.openxmlformats.org/officeDocument/2006/relationships/slideLayout" Target="../slideLayouts/slideLayout6.xml" /><Relationship Id="rId4" Type="http://schemas.openxmlformats.org/officeDocument/2006/relationships/slideLayout" Target="../slideLayouts/slideLayout5.xml" /><Relationship Id="rId3" Type="http://schemas.openxmlformats.org/officeDocument/2006/relationships/slideLayout" Target="../slideLayouts/slideLayout4.xml" /><Relationship Id="rId1" Type="http://schemas.openxmlformats.org/officeDocument/2006/relationships/slideLayout" Target="../slideLayouts/slideLayout2.xml" /><Relationship Id="rId0" Type="http://schemas.openxmlformats.org/officeDocument/2006/relationships/slideLayout" Target="../slideLayouts/slideLayout1.xml" /><Relationship Id="rId10" Type="http://schemas.openxmlformats.org/officeDocument/2006/relationships/slideLayout" Target="../slideLayouts/slideLayout11.xml" /><Relationship Id="rId11" Type="http://schemas.openxmlformats.org/officeDocument/2006/relationships/slideLayout" Target="../slideLayouts/slideLayout12.xml" /><Relationship Id="rId9" Type="http://schemas.openxmlformats.org/officeDocument/2006/relationships/slideLayout" Target="../slideLayouts/slideLayout10.xml" /><Relationship Id="rId12" Type="http://schemas.openxmlformats.org/officeDocument/2006/relationships/theme" Target="../theme/theme1.xml" /><Relationship Id="rId2" Type="http://schemas.openxmlformats.org/officeDocument/2006/relationships/slideLayout" Target="../slideLayouts/slideLayout3.xml" /></Relationships>
</file>

<file path=ppt/slideMasters/_rels/slideMaster2.xml.rels><?xml version="1.0" encoding="UTF-8" standalone="yes"?><Relationships xmlns="http://schemas.openxmlformats.org/package/2006/relationships"><Relationship Id="rId9" Type="http://schemas.openxmlformats.org/officeDocument/2006/relationships/slideLayout" Target="../slideLayouts/slideLayout22.xml" /><Relationship Id="rId8" Type="http://schemas.openxmlformats.org/officeDocument/2006/relationships/slideLayout" Target="../slideLayouts/slideLayout21.xml" /><Relationship Id="rId6" Type="http://schemas.openxmlformats.org/officeDocument/2006/relationships/slideLayout" Target="../slideLayouts/slideLayout19.xml" /><Relationship Id="rId2" Type="http://schemas.openxmlformats.org/officeDocument/2006/relationships/slideLayout" Target="../slideLayouts/slideLayout15.xml" /><Relationship Id="rId7" Type="http://schemas.openxmlformats.org/officeDocument/2006/relationships/slideLayout" Target="../slideLayouts/slideLayout20.xml" /><Relationship Id="rId1" Type="http://schemas.openxmlformats.org/officeDocument/2006/relationships/slideLayout" Target="../slideLayouts/slideLayout14.xml" /><Relationship Id="rId5" Type="http://schemas.openxmlformats.org/officeDocument/2006/relationships/slideLayout" Target="../slideLayouts/slideLayout18.xml" /><Relationship Id="rId13" Type="http://schemas.openxmlformats.org/officeDocument/2006/relationships/theme" Target="../theme/theme2.xml" /><Relationship Id="rId4" Type="http://schemas.openxmlformats.org/officeDocument/2006/relationships/slideLayout" Target="../slideLayouts/slideLayout17.xml" /><Relationship Id="rId0" Type="http://schemas.openxmlformats.org/officeDocument/2006/relationships/slideLayout" Target="../slideLayouts/slideLayout13.xml" /><Relationship Id="rId10" Type="http://schemas.openxmlformats.org/officeDocument/2006/relationships/slideLayout" Target="../slideLayouts/slideLayout23.xml" /><Relationship Id="rId11" Type="http://schemas.openxmlformats.org/officeDocument/2006/relationships/slideLayout" Target="../slideLayouts/slideLayout24.xml" /><Relationship Id="rId3" Type="http://schemas.openxmlformats.org/officeDocument/2006/relationships/slideLayout" Target="../slideLayouts/slideLayout16.xml" /><Relationship Id="rId1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p:spPr>
        <p:txBody>
          <a:bodyPr vert="horz" lIns="91440" tIns="45720" rIns="91440" bIns="45720" anchor="ctr">
            <a:normAutofit/>
          </a:bodyPr>
          <a:p>
            <a:pPr/>
            <a:r>
              <a:rPr lang="zh-CN"/>
              <a:t>单击此处编辑母版标题样式</a:t>
            </a:r>
            <a:endParaRPr/>
          </a:p>
        </p:txBody>
      </p:sp>
      <p:sp>
        <p:nvSpPr>
          <p:cNvPr id="3" name="文本占位符 2"/>
          <p:cNvSpPr/>
          <p:nvPr>
            <p:ph type="body" idx="1"/>
          </p:nvPr>
        </p:nvSpPr>
        <p:spPr>
          <a:xfrm>
            <a:off x="838200" y="1825625"/>
            <a:ext cx="10515600" cy="4351338"/>
          </a:xfrm>
          <a:prstGeom prst="rect"/>
        </p:spPr>
        <p:txBody>
          <a:bodyPr vert="horz" lIns="91440" tIns="45720" rIns="91440" bIns="45720">
            <a:normAutofit/>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lvl="0" algn="l" defTabSz="914400">
        <a:lnSpc>
          <a:spcPct val="130000"/>
        </a:lnSpc>
        <a:spcBef>
          <a:spcPct val="1"/>
        </a:spcBef>
        <a:buNone/>
        <a:defRPr sz="4400" kern="1200">
          <a:solidFill>
            <a:schemeClr val="tx1"/>
          </a:solidFill>
          <a:latin typeface="默认字体"/>
          <a:ea typeface="默认字体"/>
        </a:defRPr>
      </a:lvl1pPr>
    </p:titleStyle>
    <p:bodyStyle>
      <a:lvl1pPr marL="228600" lvl="0" indent="-228600" algn="l" defTabSz="914400">
        <a:lnSpc>
          <a:spcPct val="130000"/>
        </a:lnSpc>
        <a:spcBef>
          <a:spcPts val="1000"/>
        </a:spcBef>
        <a:buFont typeface="默认字体"/>
        <a:buChar char="•"/>
        <a:defRPr sz="2800" kern="1200">
          <a:solidFill>
            <a:schemeClr val="tx1"/>
          </a:solidFill>
          <a:latin typeface="默认字体"/>
          <a:ea typeface="默认字体"/>
        </a:defRPr>
      </a:lvl1pPr>
      <a:lvl2pPr marL="685800" lvl="1" indent="-228600" algn="l" defTabSz="914400">
        <a:lnSpc>
          <a:spcPct val="130000"/>
        </a:lnSpc>
        <a:spcBef>
          <a:spcPts val="500"/>
        </a:spcBef>
        <a:buFont typeface="默认字体"/>
        <a:buChar char="•"/>
        <a:defRPr sz="2400" kern="1200">
          <a:solidFill>
            <a:schemeClr val="tx1"/>
          </a:solidFill>
          <a:latin typeface="默认字体"/>
          <a:ea typeface="默认字体"/>
        </a:defRPr>
      </a:lvl2pPr>
      <a:lvl3pPr marL="1143000" lvl="2" indent="-228600" algn="l" defTabSz="914400">
        <a:lnSpc>
          <a:spcPct val="130000"/>
        </a:lnSpc>
        <a:spcBef>
          <a:spcPts val="500"/>
        </a:spcBef>
        <a:buFont typeface="默认字体"/>
        <a:buChar char="•"/>
        <a:defRPr sz="2000" kern="1200">
          <a:solidFill>
            <a:schemeClr val="tx1"/>
          </a:solidFill>
          <a:latin typeface="默认字体"/>
          <a:ea typeface="默认字体"/>
        </a:defRPr>
      </a:lvl3pPr>
      <a:lvl4pPr marL="1600200" lvl="3" indent="-228600" algn="l" defTabSz="914400">
        <a:lnSpc>
          <a:spcPct val="130000"/>
        </a:lnSpc>
        <a:spcBef>
          <a:spcPts val="500"/>
        </a:spcBef>
        <a:buFont typeface="默认字体"/>
        <a:buChar char="•"/>
        <a:defRPr sz="1800" kern="1200">
          <a:solidFill>
            <a:schemeClr val="tx1"/>
          </a:solidFill>
          <a:latin typeface="默认字体"/>
          <a:ea typeface="默认字体"/>
        </a:defRPr>
      </a:lvl4pPr>
      <a:lvl5pPr marL="2057400" lvl="4" indent="-228600" algn="l" defTabSz="914400">
        <a:lnSpc>
          <a:spcPct val="130000"/>
        </a:lnSpc>
        <a:spcBef>
          <a:spcPts val="500"/>
        </a:spcBef>
        <a:buFont typeface="默认字体"/>
        <a:buChar char="•"/>
        <a:defRPr sz="1800" kern="1200">
          <a:solidFill>
            <a:schemeClr val="tx1"/>
          </a:solidFill>
          <a:latin typeface="默认字体"/>
          <a:ea typeface="默认字体"/>
        </a:defRPr>
      </a:lvl5pPr>
      <a:lvl6pPr marL="2514600" lvl="5" indent="-228600" algn="l" defTabSz="914400">
        <a:lnSpc>
          <a:spcPct val="130000"/>
        </a:lnSpc>
        <a:spcBef>
          <a:spcPts val="500"/>
        </a:spcBef>
        <a:buFont typeface="默认字体"/>
        <a:buChar char="•"/>
        <a:defRPr sz="1800" kern="1200">
          <a:solidFill>
            <a:schemeClr val="tx1"/>
          </a:solidFill>
          <a:latin typeface="默认字体"/>
          <a:ea typeface="默认字体"/>
        </a:defRPr>
      </a:lvl6pPr>
      <a:lvl7pPr marL="2971800" lvl="6" indent="-228600" algn="l" defTabSz="914400">
        <a:lnSpc>
          <a:spcPct val="130000"/>
        </a:lnSpc>
        <a:spcBef>
          <a:spcPts val="500"/>
        </a:spcBef>
        <a:buFont typeface="默认字体"/>
        <a:buChar char="•"/>
        <a:defRPr sz="1800" kern="1200">
          <a:solidFill>
            <a:schemeClr val="tx1"/>
          </a:solidFill>
          <a:latin typeface="默认字体"/>
          <a:ea typeface="默认字体"/>
        </a:defRPr>
      </a:lvl7pPr>
      <a:lvl8pPr marL="3429000" lvl="7" indent="-228600" algn="l" defTabSz="914400">
        <a:lnSpc>
          <a:spcPct val="130000"/>
        </a:lnSpc>
        <a:spcBef>
          <a:spcPts val="500"/>
        </a:spcBef>
        <a:buFont typeface="默认字体"/>
        <a:buChar char="•"/>
        <a:defRPr sz="1800" kern="1200">
          <a:solidFill>
            <a:schemeClr val="tx1"/>
          </a:solidFill>
          <a:latin typeface="默认字体"/>
          <a:ea typeface="默认字体"/>
        </a:defRPr>
      </a:lvl8pPr>
      <a:lvl9pPr marL="3886200" lvl="8" indent="-228600" algn="l" defTabSz="914400">
        <a:lnSpc>
          <a:spcPct val="130000"/>
        </a:lnSpc>
        <a:spcBef>
          <a:spcPts val="500"/>
        </a:spcBef>
        <a:buFont typeface="默认字体"/>
        <a:buChar char="•"/>
        <a:defRPr sz="1800" kern="1200">
          <a:solidFill>
            <a:schemeClr val="tx1"/>
          </a:solidFill>
          <a:latin typeface="默认字体"/>
          <a:ea typeface="默认字体"/>
        </a:defRPr>
      </a:lvl9pPr>
    </p:bodyStyle>
    <p:otherStyle>
      <a:lvl1pPr marL="0" lvl="0" algn="l" defTabSz="914400">
        <a:lnSpc>
          <a:spcPct val="130000"/>
        </a:lnSpc>
        <a:defRPr sz="1800" kern="1200">
          <a:solidFill>
            <a:schemeClr val="tx1"/>
          </a:solidFill>
          <a:latin typeface="默认字体"/>
          <a:ea typeface="默认字体"/>
        </a:defRPr>
      </a:lvl1pPr>
      <a:lvl2pPr marL="457200" lvl="1" algn="l" defTabSz="914400">
        <a:lnSpc>
          <a:spcPct val="130000"/>
        </a:lnSpc>
        <a:defRPr sz="1800" kern="1200">
          <a:solidFill>
            <a:schemeClr val="tx1"/>
          </a:solidFill>
          <a:latin typeface="默认字体"/>
          <a:ea typeface="默认字体"/>
        </a:defRPr>
      </a:lvl2pPr>
      <a:lvl3pPr marL="914400" lvl="2" algn="l" defTabSz="914400">
        <a:lnSpc>
          <a:spcPct val="130000"/>
        </a:lnSpc>
        <a:defRPr sz="1800" kern="1200">
          <a:solidFill>
            <a:schemeClr val="tx1"/>
          </a:solidFill>
          <a:latin typeface="默认字体"/>
          <a:ea typeface="默认字体"/>
        </a:defRPr>
      </a:lvl3pPr>
      <a:lvl4pPr marL="1371600" lvl="3" algn="l" defTabSz="914400">
        <a:lnSpc>
          <a:spcPct val="130000"/>
        </a:lnSpc>
        <a:defRPr sz="1800" kern="1200">
          <a:solidFill>
            <a:schemeClr val="tx1"/>
          </a:solidFill>
          <a:latin typeface="默认字体"/>
          <a:ea typeface="默认字体"/>
        </a:defRPr>
      </a:lvl4pPr>
      <a:lvl5pPr marL="1828800" lvl="4" algn="l" defTabSz="914400">
        <a:lnSpc>
          <a:spcPct val="130000"/>
        </a:lnSpc>
        <a:defRPr sz="1800" kern="1200">
          <a:solidFill>
            <a:schemeClr val="tx1"/>
          </a:solidFill>
          <a:latin typeface="默认字体"/>
          <a:ea typeface="默认字体"/>
        </a:defRPr>
      </a:lvl5pPr>
      <a:lvl6pPr marL="2286000" lvl="5" algn="l" defTabSz="914400">
        <a:lnSpc>
          <a:spcPct val="130000"/>
        </a:lnSpc>
        <a:defRPr sz="1800" kern="1200">
          <a:solidFill>
            <a:schemeClr val="tx1"/>
          </a:solidFill>
          <a:latin typeface="默认字体"/>
          <a:ea typeface="默认字体"/>
        </a:defRPr>
      </a:lvl6pPr>
      <a:lvl7pPr marL="2743200" lvl="6" algn="l" defTabSz="914400">
        <a:lnSpc>
          <a:spcPct val="130000"/>
        </a:lnSpc>
        <a:defRPr sz="1800" kern="1200">
          <a:solidFill>
            <a:schemeClr val="tx1"/>
          </a:solidFill>
          <a:latin typeface="默认字体"/>
          <a:ea typeface="默认字体"/>
        </a:defRPr>
      </a:lvl7pPr>
      <a:lvl8pPr marL="3200400" lvl="7" algn="l" defTabSz="914400">
        <a:lnSpc>
          <a:spcPct val="130000"/>
        </a:lnSpc>
        <a:defRPr sz="1800" kern="1200">
          <a:solidFill>
            <a:schemeClr val="tx1"/>
          </a:solidFill>
          <a:latin typeface="默认字体"/>
          <a:ea typeface="默认字体"/>
        </a:defRPr>
      </a:lvl8pPr>
      <a:lvl9pPr marL="3657600" lvl="8" algn="l" defTabSz="914400">
        <a:lnSpc>
          <a:spcPct val="130000"/>
        </a:lnSpc>
        <a:defRPr sz="1800" kern="1200">
          <a:solidFill>
            <a:schemeClr val="tx1"/>
          </a:solidFill>
          <a:latin typeface="默认字体"/>
          <a:ea typeface="默认字体"/>
        </a:defRPr>
      </a:lvl9pPr>
    </p:otherStyle>
  </p:txStyles>
</p:sldMaster>
</file>

<file path=ppt/slideMasters/slideMaster2.xml><?xml version="1.0" encoding="utf-8"?>
<p:sldMaster xmlns:a="http://schemas.openxmlformats.org/drawingml/2006/main" xmlns:p="http://schemas.openxmlformats.org/presentationml/2006/main" xmlns:r="http://schemas.openxmlformats.org/officeDocument/2006/relationships">
  <p:cSld>
    <p:bg>
      <p:bgPr>
        <a:solidFill>
          <a:schemeClr val="bg1"/>
        </a:solidFill>
      </p:bgPr>
    </p:bg>
    <p:spTree>
      <p:nvGrpSpPr>
        <p:cNvPr id="4" name=""/>
        <p:cNvGrpSpPr/>
        <p:nvPr/>
      </p:nvGrpSpPr>
      <p:grpSpPr>
        <a:xfrm>
          <a:off x="0" y="0"/>
          <a:ext cx="0" cy="0"/>
          <a:chOff x="0" y="0"/>
          <a:chExt cx="0" cy="0"/>
        </a:xfrm>
      </p:grpSpPr>
      <p:sp>
        <p:nvSpPr>
          <p:cNvPr id="5" name="标题占位符 1"/>
          <p:cNvSpPr>
            <a:spLocks noGrp="true"/>
          </p:cNvSpPr>
          <p:nvPr>
            <p:ph type="title"/>
          </p:nvPr>
        </p:nvSpPr>
        <p:spPr>
          <a:xfrm>
            <a:off x="628650" y="274638"/>
            <a:ext cx="7886700" cy="993775"/>
          </a:xfrm>
          <a:prstGeom prst="rect"/>
          <a:noFill/>
          <a:ln>
            <a:noFill/>
            <a:miter lim="800000"/>
          </a:ln>
        </p:spPr>
        <p:txBody>
          <a:bodyPr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lvl="0"/>
            <a:r>
              <a:rPr/>
              <a:t>单击此处编辑母版标题样式</a:t>
            </a:r>
            <a:endParaRPr/>
          </a:p>
        </p:txBody>
      </p:sp>
      <p:sp>
        <p:nvSpPr>
          <p:cNvPr id="6" name="文本占位符 2"/>
          <p:cNvSpPr>
            <a:spLocks noGrp="true"/>
          </p:cNvSpPr>
          <p:nvPr>
            <p:ph type="body" idx="1"/>
          </p:nvPr>
        </p:nvSpPr>
        <p:spPr>
          <a:xfrm>
            <a:off x="628650" y="1370013"/>
            <a:ext cx="7886700" cy="3262312"/>
          </a:xfrm>
          <a:prstGeom prst="rect"/>
        </p:spPr>
        <p:txBody>
          <a:bodyPr>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lvl="0"/>
            <a:r>
              <a:rPr/>
              <a:t>单击此处编辑母版文本样式</a:t>
            </a:r>
            <a:endParaRPr/>
          </a:p>
          <a:p>
            <a:pPr lvl="1"/>
            <a:r>
              <a:rPr/>
              <a:t>二级</a:t>
            </a:r>
            <a:endParaRPr/>
          </a:p>
          <a:p>
            <a:pPr lvl="2"/>
            <a:r>
              <a:rPr/>
              <a:t>三级</a:t>
            </a:r>
            <a:endParaRPr/>
          </a:p>
          <a:p>
            <a:pPr lvl="3"/>
            <a:r>
              <a:rPr/>
              <a:t>四级</a:t>
            </a:r>
            <a:endParaRPr/>
          </a:p>
          <a:p>
            <a:pPr lvl="4"/>
            <a:r>
              <a:rPr/>
              <a:t>五级</a:t>
            </a:r>
            <a:endParaRPr/>
          </a:p>
        </p:txBody>
      </p:sp>
      <p:sp>
        <p:nvSpPr>
          <p:cNvPr id="7" name="日期占位符 3"/>
          <p:cNvSpPr>
            <a:spLocks noGrp="true"/>
          </p:cNvSpPr>
          <p:nvPr>
            <p:ph type="dt" idx="2"/>
          </p:nvPr>
        </p:nvSpPr>
        <p:spPr>
          <a:xfrm>
            <a:off x="628650" y="4767263"/>
            <a:ext cx="2057400" cy="273844"/>
          </a:xfrm>
          <a:prstGeom prst="rect"/>
        </p:spPr>
        <p:txBody>
          <a:bodyPr vert="horz" lIns="91440" tIns="45720" rIns="91440" bIns="45720" anchor="ctr"/>
          <a:lstStyle>
            <a:lvl1pPr lvl="0" algn="l">
              <a:defRPr sz="900">
                <a:solidFill>
                  <a:schemeClr val="tx1">
                    <a:tint val="75000"/>
                  </a:schemeClr>
                </a:solidFill>
              </a:defRPr>
            </a:lvl1pPr>
          </a:lstStyle>
          <a:p>
            <a:pPr marL="0" lvl="0" indent="0" algn="l" defTabSz="914400">
              <a:lnSpc>
                <a:spcPct val="100000"/>
              </a:lnSpc>
              <a:spcBef>
                <a:spcPct val="1"/>
              </a:spcBef>
              <a:spcAft>
                <a:spcPct val="1"/>
              </a:spcAft>
              <a:buClrTx/>
              <a:buSzTx/>
              <a:buFont typeface="Arial" charset="0"/>
              <a:buNone/>
            </a:pPr>
            <a:fld id="{5F4687CE-2158-4C8A-978B-3252EEBBD4B3}" type="hfDateTime">
              <a:rPr lang="zh-CN" sz="900" b="false" i="false" u="none" strike="noStrike" kern="1200" spc="0" baseline="0">
                <a:ln>
                  <a:noFill/>
                </a:ln>
                <a:solidFill>
                  <a:schemeClr val="tx1">
                    <a:tint val="75000"/>
                  </a:schemeClr>
                </a:solidFill>
                <a:latin typeface="Franklin Gothic Book"/>
                <a:ea typeface="宋体"/>
              </a:rPr>
              <a:t>*</a:t>
            </a:fld>
            <a:endParaRPr lang="zh-CN" sz="900" b="false" i="false" u="none" strike="noStrike" kern="1200" spc="0" baseline="0">
              <a:ln>
                <a:noFill/>
              </a:ln>
              <a:solidFill>
                <a:schemeClr val="tx1">
                  <a:tint val="75000"/>
                </a:schemeClr>
              </a:solidFill>
              <a:latin typeface="Franklin Gothic Book"/>
              <a:ea typeface="宋体"/>
            </a:endParaRPr>
          </a:p>
        </p:txBody>
      </p:sp>
      <p:sp>
        <p:nvSpPr>
          <p:cNvPr id="8" name="页脚占位符 4"/>
          <p:cNvSpPr>
            <a:spLocks noGrp="true"/>
          </p:cNvSpPr>
          <p:nvPr>
            <p:ph type="ftr" idx="3"/>
          </p:nvPr>
        </p:nvSpPr>
        <p:spPr>
          <a:xfrm>
            <a:off x="3028950" y="4767263"/>
            <a:ext cx="3086100" cy="273844"/>
          </a:xfrm>
          <a:prstGeom prst="rect"/>
        </p:spPr>
        <p:txBody>
          <a:bodyPr vert="horz" lIns="91440" tIns="45720" rIns="91440" bIns="45720" anchor="ctr"/>
          <a:lstStyle>
            <a:lvl1pPr lvl="0" algn="ctr">
              <a:defRPr sz="900">
                <a:solidFill>
                  <a:schemeClr val="tx1">
                    <a:tint val="75000"/>
                  </a:schemeClr>
                </a:solidFill>
              </a:defRPr>
            </a:lvl1pPr>
          </a:lstStyle>
          <a:p>
            <a:pPr marL="0" lvl="0" indent="0" algn="ctr" defTabSz="914400">
              <a:lnSpc>
                <a:spcPct val="100000"/>
              </a:lnSpc>
              <a:spcBef>
                <a:spcPct val="1"/>
              </a:spcBef>
              <a:spcAft>
                <a:spcPct val="1"/>
              </a:spcAft>
              <a:buClrTx/>
              <a:buSzTx/>
              <a:buFont typeface="Arial" charset="0"/>
              <a:buNone/>
            </a:pPr>
            <a:endParaRPr lang="zh-CN" sz="900" b="false" i="false" u="none" strike="noStrike" kern="1200" spc="0" baseline="0">
              <a:ln>
                <a:noFill/>
              </a:ln>
              <a:solidFill>
                <a:schemeClr val="tx1">
                  <a:tint val="75000"/>
                </a:schemeClr>
              </a:solidFill>
              <a:latin typeface="Franklin Gothic Book"/>
              <a:ea typeface="宋体"/>
            </a:endParaRPr>
          </a:p>
        </p:txBody>
      </p:sp>
      <p:sp>
        <p:nvSpPr>
          <p:cNvPr id="9" name="灯片编号占位符 5"/>
          <p:cNvSpPr>
            <a:spLocks noGrp="true"/>
          </p:cNvSpPr>
          <p:nvPr>
            <p:ph type="sldNum" idx="4"/>
          </p:nvPr>
        </p:nvSpPr>
        <p:spPr>
          <a:xfrm>
            <a:off x="6457950" y="4767263"/>
            <a:ext cx="2057400" cy="274637"/>
          </a:xfrm>
          <a:prstGeom prst="rec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DE515F15-1706-4C50-8515-DFE0DEE4A92C}" type="slidenum">
              <a:rPr lang="zh-CN" sz="900">
                <a:solidFill>
                  <a:srgbClr val="898989"/>
                </a:solidFill>
              </a:rPr>
              <a:t>*</a:t>
            </a:fld>
            <a:endParaRPr lang="zh-CN" sz="900">
              <a:solidFill>
                <a:srgbClr val="898989"/>
              </a:solidFill>
            </a:endParaRPr>
          </a:p>
        </p:txBody>
      </p:sp>
    </p:spTree>
  </p:cSld>
  <p:clrMap bg1="lt1" tx1="dk1" bg2="lt2" tx2="dk2" accent1="accent1" accent2="accent2" accent3="accent3" accent4="accent4" accent5="accent5" accent6="accent6" hlink="hlink" folHlink="folHlink"/>
  <p:sldLayoutIdLst>
    <p:sldLayoutId id="2147483662" r:id="rId0"/>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marL="0" lvl="0" indent="0" algn="l" defTabSz="685800">
        <a:lnSpc>
          <a:spcPct val="90000"/>
        </a:lnSpc>
        <a:spcBef>
          <a:spcPct val="1"/>
        </a:spcBef>
        <a:spcAft>
          <a:spcPct val="1"/>
        </a:spcAft>
        <a:buClrTx/>
        <a:buSzTx/>
        <a:buFontTx/>
        <a:buNone/>
        <a:defRPr sz="3300" b="false" i="false" u="none" kern="1200" baseline="0">
          <a:solidFill>
            <a:schemeClr val="tx1"/>
          </a:solidFill>
          <a:latin typeface="等线 Light"/>
          <a:ea typeface="Arial"/>
        </a:defRPr>
      </a:lvl1pPr>
    </p:titleStyle>
    <p:bodyStyle>
      <a:lvl1pPr marL="171450" lvl="0" indent="-171450" algn="l" defTabSz="685800">
        <a:lnSpc>
          <a:spcPct val="90000"/>
        </a:lnSpc>
        <a:spcBef>
          <a:spcPts val="750"/>
        </a:spcBef>
        <a:spcAft>
          <a:spcPct val="1"/>
        </a:spcAft>
        <a:buClrTx/>
        <a:buSzTx/>
        <a:buFont typeface="Arial" charset="0"/>
        <a:buChar char="•"/>
        <a:defRPr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sz="1350" kern="1200">
          <a:solidFill>
            <a:schemeClr val="tx1"/>
          </a:solidFill>
          <a:latin typeface="等线"/>
          <a:ea typeface="Arial"/>
        </a:defRPr>
      </a:lvl9pPr>
    </p:bodyStyle>
    <p:otherStyle>
      <a:lvl1pPr marL="0" lvl="0" indent="0" algn="l" defTabSz="685800">
        <a:lnSpc>
          <a:spcPct val="100000"/>
        </a:lnSpc>
        <a:spcBef>
          <a:spcPct val="1"/>
        </a:spcBef>
        <a:spcAft>
          <a:spcPct val="1"/>
        </a:spcAft>
        <a:buClrTx/>
        <a:buSzTx/>
        <a:buFontTx/>
        <a:buNone/>
        <a:defRPr sz="1350" b="false" i="false" u="none" kern="1200" baseline="0">
          <a:solidFill>
            <a:schemeClr val="tx1"/>
          </a:solidFill>
          <a:latin typeface="等线"/>
          <a:ea typeface="Arial"/>
        </a:defRPr>
      </a:lvl1pPr>
      <a:lvl2pPr marL="342900" lvl="1" indent="0" algn="l" defTabSz="685800">
        <a:lnSpc>
          <a:spcPct val="100000"/>
        </a:lnSpc>
        <a:spcBef>
          <a:spcPct val="1"/>
        </a:spcBef>
        <a:spcAft>
          <a:spcPct val="1"/>
        </a:spcAft>
        <a:buClrTx/>
        <a:buSzTx/>
        <a:buFontTx/>
        <a:buNone/>
        <a:defRPr sz="1350" b="false" i="false" u="none" kern="1200" baseline="0">
          <a:solidFill>
            <a:schemeClr val="tx1"/>
          </a:solidFill>
          <a:latin typeface="等线"/>
          <a:ea typeface="Arial"/>
        </a:defRPr>
      </a:lvl2pPr>
      <a:lvl3pPr marL="685800" lvl="2" indent="0" algn="l" defTabSz="685800">
        <a:lnSpc>
          <a:spcPct val="100000"/>
        </a:lnSpc>
        <a:spcBef>
          <a:spcPct val="1"/>
        </a:spcBef>
        <a:spcAft>
          <a:spcPct val="1"/>
        </a:spcAft>
        <a:buClrTx/>
        <a:buSzTx/>
        <a:buFontTx/>
        <a:buNone/>
        <a:defRPr sz="1350" b="false" i="false" u="none" kern="1200" baseline="0">
          <a:solidFill>
            <a:schemeClr val="tx1"/>
          </a:solidFill>
          <a:latin typeface="等线"/>
          <a:ea typeface="Arial"/>
        </a:defRPr>
      </a:lvl3pPr>
      <a:lvl4pPr marL="1028700" lvl="3" indent="0" algn="l" defTabSz="685800">
        <a:lnSpc>
          <a:spcPct val="100000"/>
        </a:lnSpc>
        <a:spcBef>
          <a:spcPct val="1"/>
        </a:spcBef>
        <a:spcAft>
          <a:spcPct val="1"/>
        </a:spcAft>
        <a:buClrTx/>
        <a:buSzTx/>
        <a:buFontTx/>
        <a:buNone/>
        <a:defRPr sz="1350" b="false" i="false" u="none" kern="1200" baseline="0">
          <a:solidFill>
            <a:schemeClr val="tx1"/>
          </a:solidFill>
          <a:latin typeface="等线"/>
          <a:ea typeface="Arial"/>
        </a:defRPr>
      </a:lvl4pPr>
      <a:lvl5pPr marL="1371600" lvl="4" indent="0" algn="l" defTabSz="685800">
        <a:lnSpc>
          <a:spcPct val="100000"/>
        </a:lnSpc>
        <a:spcBef>
          <a:spcPct val="1"/>
        </a:spcBef>
        <a:spcAft>
          <a:spcPct val="1"/>
        </a:spcAft>
        <a:buClrTx/>
        <a:buSzTx/>
        <a:buFontTx/>
        <a:buNone/>
        <a:defRPr sz="1350" b="false" i="false" u="none" kern="1200" baseline="0">
          <a:solidFill>
            <a:schemeClr val="tx1"/>
          </a:solidFill>
          <a:latin typeface="等线"/>
          <a:ea typeface="Arial"/>
        </a:defRPr>
      </a:lvl5pPr>
      <a:lvl6pPr marL="1714500" lvl="5" algn="l" defTabSz="685800">
        <a:defRPr sz="1350" kern="1200">
          <a:solidFill>
            <a:schemeClr val="tx1"/>
          </a:solidFill>
          <a:latin typeface="等线"/>
          <a:ea typeface="Arial"/>
        </a:defRPr>
      </a:lvl6pPr>
      <a:lvl7pPr marL="2057400" lvl="6" algn="l" defTabSz="685800">
        <a:defRPr sz="1350" kern="1200">
          <a:solidFill>
            <a:schemeClr val="tx1"/>
          </a:solidFill>
          <a:latin typeface="等线"/>
          <a:ea typeface="Arial"/>
        </a:defRPr>
      </a:lvl7pPr>
      <a:lvl8pPr marL="2400300" lvl="7" algn="l" defTabSz="685800">
        <a:defRPr sz="1350" kern="1200">
          <a:solidFill>
            <a:schemeClr val="tx1"/>
          </a:solidFill>
          <a:latin typeface="等线"/>
          <a:ea typeface="Arial"/>
        </a:defRPr>
      </a:lvl8pPr>
      <a:lvl9pPr marL="2743200" lvl="8" algn="l" defTabSz="685800">
        <a:defRPr sz="1350" kern="1200">
          <a:solidFill>
            <a:schemeClr val="tx1"/>
          </a:solidFill>
          <a:latin typeface="等线"/>
          <a:ea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notesSlide" Target="../notesSlides/notesSlide11.xml" /><Relationship Id="rId0" Type="http://schemas.openxmlformats.org/officeDocument/2006/relationships/slideLayout" Target="../slideLayouts/slideLayout24.xml" /></Relationships>
</file>

<file path=ppt/slides/_rels/slide2.xml.rels><?xml version="1.0" encoding="UTF-8" standalone="yes"?><Relationships xmlns="http://schemas.openxmlformats.org/package/2006/relationships"><Relationship Id="rId1" Type="http://schemas.openxmlformats.org/officeDocument/2006/relationships/notesSlide" Target="../notesSlides/notesSlide18.xml" /><Relationship Id="rId0" Type="http://schemas.openxmlformats.org/officeDocument/2006/relationships/slideLayout" Target="../slideLayouts/slideLayout25.xml" /></Relationships>
</file>

<file path=ppt/slides/_rels/slide3.xml.rels><?xml version="1.0" encoding="UTF-8" standalone="yes"?><Relationships xmlns="http://schemas.openxmlformats.org/package/2006/relationships"><Relationship Id="rId3" Type="http://schemas.openxmlformats.org/officeDocument/2006/relationships/image" Target="media/image15.jpg" /><Relationship Id="rId2" Type="http://schemas.openxmlformats.org/officeDocument/2006/relationships/image" Target="media/image14.png" /><Relationship Id="rId0" Type="http://schemas.openxmlformats.org/officeDocument/2006/relationships/slideLayout" Target="../slideLayouts/slideLayout25.xml" /><Relationship Id="rId4" Type="http://schemas.openxmlformats.org/officeDocument/2006/relationships/image" Target="media/image16.png" /><Relationship Id="rId1" Type="http://schemas.openxmlformats.org/officeDocument/2006/relationships/notesSlide" Target="../notesSlides/notesSlide19.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25.xml" /><Relationship Id="rId2" Type="http://schemas.openxmlformats.org/officeDocument/2006/relationships/image" Target="media/image17.png" /><Relationship Id="rId1" Type="http://schemas.openxmlformats.org/officeDocument/2006/relationships/notesSlide" Target="../notesSlides/notesSlide20.xml" /></Relationships>
</file>

<file path=ppt/slides/_rels/slide5.xml.rels><?xml version="1.0" encoding="UTF-8" standalone="yes"?><Relationships xmlns="http://schemas.openxmlformats.org/package/2006/relationships"><Relationship Id="rId2" Type="http://schemas.openxmlformats.org/officeDocument/2006/relationships/image" Target="media/image18.png" /><Relationship Id="rId0" Type="http://schemas.openxmlformats.org/officeDocument/2006/relationships/slideLayout" Target="../slideLayouts/slideLayout25.xml" /><Relationship Id="rId1" Type="http://schemas.openxmlformats.org/officeDocument/2006/relationships/notesSlide" Target="../notesSlides/notesSlide21.xml" /></Relationships>
</file>

<file path=ppt/slides/_rels/slide6.xml.rels><?xml version="1.0" encoding="UTF-8" standalone="yes"?><Relationships xmlns="http://schemas.openxmlformats.org/package/2006/relationships"><Relationship Id="rId1" Type="http://schemas.openxmlformats.org/officeDocument/2006/relationships/notesSlide" Target="../notesSlides/notesSlide22.xml" /><Relationship Id="rId0" Type="http://schemas.openxmlformats.org/officeDocument/2006/relationships/slideLayout" Target="../slideLayouts/slideLayout25.xml" /></Relationships>
</file>

<file path=ppt/slides/_rels/slide7.xml.rels><?xml version="1.0" encoding="UTF-8" standalone="yes"?><Relationships xmlns="http://schemas.openxmlformats.org/package/2006/relationships"><Relationship Id="rId1" Type="http://schemas.openxmlformats.org/officeDocument/2006/relationships/notesSlide" Target="../notesSlides/notesSlide23.xml" /><Relationship Id="rId0" Type="http://schemas.openxmlformats.org/officeDocument/2006/relationships/slideLayout" Target="../slideLayouts/slideLayout25.xml" /></Relationships>
</file>

<file path=ppt/slides/_rels/slide8.xml.rels><?xml version="1.0" encoding="UTF-8" standalone="yes"?><Relationships xmlns="http://schemas.openxmlformats.org/package/2006/relationships"><Relationship Id="rId3" Type="http://schemas.openxmlformats.org/officeDocument/2006/relationships/image" Target="media/image20.png" /><Relationship Id="rId0" Type="http://schemas.openxmlformats.org/officeDocument/2006/relationships/slideLayout" Target="../slideLayouts/slideLayout25.xml" /><Relationship Id="rId2" Type="http://schemas.openxmlformats.org/officeDocument/2006/relationships/image" Target="media/image19.png" /><Relationship Id="rId1" Type="http://schemas.openxmlformats.org/officeDocument/2006/relationships/notesSlide" Target="../notesSlides/notesSlide24.xml" /></Relationships>
</file>

<file path=ppt/slides/_rels/slide9.xml.rels><?xml version="1.0" encoding="UTF-8" standalone="yes"?><Relationships xmlns="http://schemas.openxmlformats.org/package/2006/relationships"><Relationship Id="rId3" Type="http://schemas.openxmlformats.org/officeDocument/2006/relationships/image" Target="media/image3.png" /><Relationship Id="rId4" Type="http://schemas.openxmlformats.org/officeDocument/2006/relationships/image" Target="media/image4.png" /><Relationship Id="rId2" Type="http://schemas.openxmlformats.org/officeDocument/2006/relationships/image" Target="media/image2.png" /><Relationship Id="rId0" Type="http://schemas.openxmlformats.org/officeDocument/2006/relationships/slideLayout" Target="../slideLayouts/slideLayout25.xml" /><Relationship Id="rId1" Type="http://schemas.openxmlformats.org/officeDocument/2006/relationships/notesSlide" Target="../notesSlides/notesSlide1.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25.xml" /><Relationship Id="rId2" Type="http://schemas.openxmlformats.org/officeDocument/2006/relationships/image" Target="media/image5.png" /><Relationship Id="rId1" Type="http://schemas.openxmlformats.org/officeDocument/2006/relationships/notesSlide" Target="../notesSlides/notesSlide2.xml" /></Relationships>
</file>

<file path=ppt/slides/_rels/slide11.xml.rels><?xml version="1.0" encoding="UTF-8" standalone="yes"?><Relationships xmlns="http://schemas.openxmlformats.org/package/2006/relationships"><Relationship Id="rId1" Type="http://schemas.openxmlformats.org/officeDocument/2006/relationships/notesSlide" Target="../notesSlides/notesSlide3.xml" /><Relationship Id="rId0" Type="http://schemas.openxmlformats.org/officeDocument/2006/relationships/slideLayout" Target="../slideLayouts/slideLayout25.xml" /></Relationships>
</file>

<file path=ppt/slides/_rels/slide12.xml.rels><?xml version="1.0" encoding="UTF-8" standalone="yes"?><Relationships xmlns="http://schemas.openxmlformats.org/package/2006/relationships"><Relationship Id="rId2" Type="http://schemas.openxmlformats.org/officeDocument/2006/relationships/image" Target="media/image6.png" /><Relationship Id="rId0" Type="http://schemas.openxmlformats.org/officeDocument/2006/relationships/slideLayout" Target="../slideLayouts/slideLayout25.xml" /><Relationship Id="rId1" Type="http://schemas.openxmlformats.org/officeDocument/2006/relationships/notesSlide" Target="../notesSlides/notesSlide4.xml" /></Relationships>
</file>

<file path=ppt/slides/_rels/slide13.xml.rels><?xml version="1.0" encoding="UTF-8" standalone="yes"?><Relationships xmlns="http://schemas.openxmlformats.org/package/2006/relationships"><Relationship Id="rId2" Type="http://schemas.openxmlformats.org/officeDocument/2006/relationships/image" Target="media/image7.png" /><Relationship Id="rId0" Type="http://schemas.openxmlformats.org/officeDocument/2006/relationships/slideLayout" Target="../slideLayouts/slideLayout25.xml" /><Relationship Id="rId1" Type="http://schemas.openxmlformats.org/officeDocument/2006/relationships/notesSlide" Target="../notesSlides/notesSlide5.xml" /></Relationships>
</file>

<file path=ppt/slides/_rels/slide14.xml.rels><?xml version="1.0" encoding="UTF-8" standalone="yes"?><Relationships xmlns="http://schemas.openxmlformats.org/package/2006/relationships"><Relationship Id="rId1" Type="http://schemas.openxmlformats.org/officeDocument/2006/relationships/notesSlide" Target="../notesSlides/notesSlide6.xml" /><Relationship Id="rId0" Type="http://schemas.openxmlformats.org/officeDocument/2006/relationships/slideLayout" Target="../slideLayouts/slideLayout25.xml" /></Relationships>
</file>

<file path=ppt/slides/_rels/slide15.xml.rels><?xml version="1.0" encoding="UTF-8" standalone="yes"?><Relationships xmlns="http://schemas.openxmlformats.org/package/2006/relationships"><Relationship Id="rId1" Type="http://schemas.openxmlformats.org/officeDocument/2006/relationships/notesSlide" Target="../notesSlides/notesSlide7.xml" /><Relationship Id="rId0" Type="http://schemas.openxmlformats.org/officeDocument/2006/relationships/slideLayout" Target="../slideLayouts/slideLayout25.xml" /></Relationships>
</file>

<file path=ppt/slides/_rels/slide16.xml.rels><?xml version="1.0" encoding="UTF-8" standalone="yes"?><Relationships xmlns="http://schemas.openxmlformats.org/package/2006/relationships"><Relationship Id="rId1" Type="http://schemas.openxmlformats.org/officeDocument/2006/relationships/notesSlide" Target="../notesSlides/notesSlide8.xml" /><Relationship Id="rId0" Type="http://schemas.openxmlformats.org/officeDocument/2006/relationships/slideLayout" Target="../slideLayouts/slideLayout25.xml" /></Relationships>
</file>

<file path=ppt/slides/_rels/slide17.xml.rels><?xml version="1.0" encoding="UTF-8" standalone="yes"?><Relationships xmlns="http://schemas.openxmlformats.org/package/2006/relationships"><Relationship Id="rId1" Type="http://schemas.openxmlformats.org/officeDocument/2006/relationships/notesSlide" Target="../notesSlides/notesSlide9.xml" /><Relationship Id="rId0" Type="http://schemas.openxmlformats.org/officeDocument/2006/relationships/slideLayout" Target="../slideLayouts/slideLayout25.xml" /></Relationships>
</file>

<file path=ppt/slides/_rels/slide18.xml.rels><?xml version="1.0" encoding="UTF-8" standalone="yes"?><Relationships xmlns="http://schemas.openxmlformats.org/package/2006/relationships"><Relationship Id="rId1" Type="http://schemas.openxmlformats.org/officeDocument/2006/relationships/notesSlide" Target="../notesSlides/notesSlide10.xml" /><Relationship Id="rId0" Type="http://schemas.openxmlformats.org/officeDocument/2006/relationships/slideLayout" Target="../slideLayouts/slideLayout25.xml" /></Relationships>
</file>

<file path=ppt/slides/_rels/slide19.xml.rels><?xml version="1.0" encoding="UTF-8" standalone="yes"?><Relationships xmlns="http://schemas.openxmlformats.org/package/2006/relationships"><Relationship Id="rId1" Type="http://schemas.openxmlformats.org/officeDocument/2006/relationships/notesSlide" Target="../notesSlides/notesSlide12.xml" /><Relationship Id="rId0" Type="http://schemas.openxmlformats.org/officeDocument/2006/relationships/slideLayout" Target="../slideLayouts/slideLayout25.xml" /></Relationships>
</file>

<file path=ppt/slides/_rels/slide20.xml.rels><?xml version="1.0" encoding="UTF-8" standalone="yes"?><Relationships xmlns="http://schemas.openxmlformats.org/package/2006/relationships"><Relationship Id="rId3" Type="http://schemas.openxmlformats.org/officeDocument/2006/relationships/image" Target="media/image9.png" /><Relationship Id="rId0" Type="http://schemas.openxmlformats.org/officeDocument/2006/relationships/slideLayout" Target="../slideLayouts/slideLayout25.xml" /><Relationship Id="rId2" Type="http://schemas.openxmlformats.org/officeDocument/2006/relationships/image" Target="media/image8.png" /><Relationship Id="rId1" Type="http://schemas.openxmlformats.org/officeDocument/2006/relationships/notesSlide" Target="../notesSlides/notesSlide13.xml" /></Relationships>
</file>

<file path=ppt/slides/_rels/slide21.xml.rels><?xml version="1.0" encoding="UTF-8" standalone="yes"?><Relationships xmlns="http://schemas.openxmlformats.org/package/2006/relationships"><Relationship Id="rId3" Type="http://schemas.openxmlformats.org/officeDocument/2006/relationships/hyperlink" Target="https://github.com/fisco-bcos" TargetMode="External"/><Relationship Id="rId2" Type="http://schemas.openxmlformats.org/officeDocument/2006/relationships/hyperlink" Target="https://github.com/fabric" TargetMode="External"/><Relationship Id="rId0" Type="http://schemas.openxmlformats.org/officeDocument/2006/relationships/slideLayout" Target="../slideLayouts/slideLayout25.xml" /><Relationship Id="rId1" Type="http://schemas.openxmlformats.org/officeDocument/2006/relationships/notesSlide" Target="../notesSlides/notesSlide14.xml" /></Relationships>
</file>

<file path=ppt/slides/_rels/slide22.xml.rels><?xml version="1.0" encoding="UTF-8" standalone="yes"?><Relationships xmlns="http://schemas.openxmlformats.org/package/2006/relationships"><Relationship Id="rId4" Type="http://schemas.openxmlformats.org/officeDocument/2006/relationships/image" Target="media/image12.png" /><Relationship Id="rId0" Type="http://schemas.openxmlformats.org/officeDocument/2006/relationships/slideLayout" Target="../slideLayouts/slideLayout25.xml" /><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notesSlide" Target="../notesSlides/notesSlide15.xml" /></Relationships>
</file>

<file path=ppt/slides/_rels/slide23.xml.rels><?xml version="1.0" encoding="UTF-8" standalone="yes"?><Relationships xmlns="http://schemas.openxmlformats.org/package/2006/relationships"><Relationship Id="rId1" Type="http://schemas.openxmlformats.org/officeDocument/2006/relationships/notesSlide" Target="../notesSlides/notesSlide16.xml" /><Relationship Id="rId0" Type="http://schemas.openxmlformats.org/officeDocument/2006/relationships/slideLayout" Target="../slideLayouts/slideLayout25.xml"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25.xml" /><Relationship Id="rId2" Type="http://schemas.openxmlformats.org/officeDocument/2006/relationships/image" Target="media/image13.png" /><Relationship Id="rId1"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p:cSld>
    <p:spTree>
      <p:nvGrpSpPr>
        <p:cNvPr id="298" name=""/>
        <p:cNvGrpSpPr/>
        <p:nvPr/>
      </p:nvGrpSpPr>
      <p:grpSpPr>
        <a:xfrm>
          <a:off x="0" y="0"/>
          <a:ext cx="0" cy="0"/>
          <a:chOff x="0" y="0"/>
          <a:chExt cx="0" cy="0"/>
        </a:xfrm>
      </p:grpSpPr>
      <p:sp>
        <p:nvSpPr>
          <p:cNvPr id="299" name="灯片编号占位符 1"/>
          <p:cNvSpPr txBox="true">
            <a:spLocks noGrp="true" noChangeArrowheads="true"/>
          </p:cNvSpPr>
          <p:nvPr>
            <p:ph type="sldNum"/>
          </p:nvPr>
        </p:nvSpPr>
        <p:spPr>
          <a:xfrm>
            <a:off x="8594725" y="4913313"/>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fld id="{93AA730A-D23C-4170-9CFA-3C822E665E03}" type="slidenum">
              <a:rPr lang="en-US" sz="900">
                <a:solidFill>
                  <a:srgbClr val="898989"/>
                </a:solidFill>
              </a:rPr>
              <a:t>1</a:t>
            </a:fld>
            <a:endParaRPr lang="en-US" sz="900">
              <a:solidFill>
                <a:srgbClr val="898989"/>
              </a:solidFill>
            </a:endParaRPr>
          </a:p>
        </p:txBody>
      </p:sp>
      <p:sp>
        <p:nvSpPr>
          <p:cNvPr id="300" name="Rectangle 2"/>
          <p:cNvSpPr>
            <a:spLocks noGrp="true"/>
          </p:cNvSpPr>
          <p:nvPr>
            <p:ph type="ctrTitle"/>
          </p:nvPr>
        </p:nvSpPr>
        <p:spPr>
          <a:xfrm>
            <a:off x="1441450" y="1600200"/>
            <a:ext cx="7702550" cy="1101725"/>
          </a:xfrm>
          <a:prstGeom prst="rect"/>
          <a:noFill/>
          <a:ln>
            <a:miter lim="800000"/>
          </a:ln>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baseline="0">
                <a:solidFill>
                  <a:schemeClr val="tx1"/>
                </a:solidFill>
                <a:latin typeface="等线 Light"/>
              </a:defRPr>
            </a:lvl1pPr>
          </a:lstStyle>
          <a:p>
            <a:pPr lvl="0"/>
            <a:r>
              <a:rPr lang="zh-CN" sz="3600">
                <a:latin typeface="微软雅黑"/>
                <a:ea typeface="等线 Light"/>
              </a:rPr>
              <a:t>零基础了解区块链原理</a:t>
            </a:r>
            <a:endParaRPr lang="zh-CN" sz="3600">
              <a:latin typeface="微软雅黑"/>
              <a:ea typeface="等线 Light"/>
            </a:endParaRP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410" name=""/>
        <p:cNvGrpSpPr/>
        <p:nvPr/>
      </p:nvGrpSpPr>
      <p:grpSpPr>
        <a:xfrm>
          <a:off x="0" y="0"/>
          <a:ext cx="0" cy="0"/>
          <a:chOff x="0" y="0"/>
          <a:chExt cx="0" cy="0"/>
        </a:xfrm>
      </p:grpSpPr>
      <p:sp>
        <p:nvSpPr>
          <p:cNvPr id="411" name="椭圆 21"/>
          <p:cNvSpPr/>
          <p:nvPr/>
        </p:nvSpPr>
        <p:spPr>
          <a:xfrm>
            <a:off x="2633663" y="2894013"/>
            <a:ext cx="3844925" cy="3865562"/>
          </a:xfrm>
          <a:prstGeom prst="ellipse"/>
          <a:noFill/>
          <a:ln w="25400">
            <a:solidFill>
              <a:srgbClr val="2492E5"/>
            </a:solid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endParaRPr lang="en-US" sz="3300" b="true">
              <a:solidFill>
                <a:schemeClr val="bg1"/>
              </a:solidFill>
              <a:latin typeface="腾讯体 W7"/>
              <a:ea typeface="腾讯体 W7"/>
            </a:endParaRPr>
          </a:p>
        </p:txBody>
      </p:sp>
      <p:sp>
        <p:nvSpPr>
          <p:cNvPr id="412" name="椭圆 2"/>
          <p:cNvSpPr>
            <a:spLocks noChangeAspect="true"/>
          </p:cNvSpPr>
          <p:nvPr/>
        </p:nvSpPr>
        <p:spPr>
          <a:xfrm>
            <a:off x="2430463" y="4156075"/>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1</a:t>
            </a:r>
            <a:endParaRPr lang="en-US" sz="1800" b="true">
              <a:solidFill>
                <a:schemeClr val="bg1"/>
              </a:solidFill>
              <a:latin typeface="微软雅黑"/>
              <a:ea typeface="微软雅黑"/>
            </a:endParaRPr>
          </a:p>
        </p:txBody>
      </p:sp>
      <p:sp>
        <p:nvSpPr>
          <p:cNvPr id="413" name="椭圆 3"/>
          <p:cNvSpPr>
            <a:spLocks noChangeAspect="true"/>
          </p:cNvSpPr>
          <p:nvPr/>
        </p:nvSpPr>
        <p:spPr>
          <a:xfrm>
            <a:off x="2900363" y="3187700"/>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2</a:t>
            </a:r>
            <a:endParaRPr lang="en-US" sz="1800" b="true">
              <a:solidFill>
                <a:schemeClr val="bg1"/>
              </a:solidFill>
              <a:latin typeface="微软雅黑"/>
              <a:ea typeface="微软雅黑"/>
            </a:endParaRPr>
          </a:p>
        </p:txBody>
      </p:sp>
      <p:sp>
        <p:nvSpPr>
          <p:cNvPr id="414" name="椭圆 4"/>
          <p:cNvSpPr>
            <a:spLocks noChangeAspect="true"/>
          </p:cNvSpPr>
          <p:nvPr/>
        </p:nvSpPr>
        <p:spPr>
          <a:xfrm>
            <a:off x="4287838" y="2655888"/>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3</a:t>
            </a:r>
            <a:endParaRPr lang="en-US" sz="1800" b="true">
              <a:solidFill>
                <a:schemeClr val="bg1"/>
              </a:solidFill>
              <a:latin typeface="微软雅黑"/>
              <a:ea typeface="微软雅黑"/>
            </a:endParaRPr>
          </a:p>
        </p:txBody>
      </p:sp>
      <p:sp>
        <p:nvSpPr>
          <p:cNvPr id="415" name="椭圆 5"/>
          <p:cNvSpPr>
            <a:spLocks noChangeAspect="true"/>
          </p:cNvSpPr>
          <p:nvPr/>
        </p:nvSpPr>
        <p:spPr>
          <a:xfrm>
            <a:off x="5705475" y="3187700"/>
            <a:ext cx="539750"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4</a:t>
            </a:r>
            <a:endParaRPr lang="en-US" sz="1800" b="true">
              <a:solidFill>
                <a:schemeClr val="bg1"/>
              </a:solidFill>
              <a:latin typeface="微软雅黑"/>
              <a:ea typeface="微软雅黑"/>
            </a:endParaRPr>
          </a:p>
        </p:txBody>
      </p:sp>
      <p:sp>
        <p:nvSpPr>
          <p:cNvPr id="416" name="椭圆 6"/>
          <p:cNvSpPr>
            <a:spLocks noChangeAspect="true"/>
          </p:cNvSpPr>
          <p:nvPr/>
        </p:nvSpPr>
        <p:spPr>
          <a:xfrm>
            <a:off x="6143625" y="4156075"/>
            <a:ext cx="538163"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5</a:t>
            </a:r>
            <a:endParaRPr lang="en-US" sz="1800" b="true">
              <a:solidFill>
                <a:schemeClr val="bg1"/>
              </a:solidFill>
              <a:latin typeface="微软雅黑"/>
              <a:ea typeface="微软雅黑"/>
            </a:endParaRPr>
          </a:p>
        </p:txBody>
      </p:sp>
      <p:sp>
        <p:nvSpPr>
          <p:cNvPr id="417" name="文本框 20"/>
          <p:cNvSpPr/>
          <p:nvPr/>
        </p:nvSpPr>
        <p:spPr>
          <a:xfrm>
            <a:off x="755650" y="4083050"/>
            <a:ext cx="17907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FF0000"/>
                </a:solidFill>
                <a:latin typeface="微软雅黑"/>
                <a:ea typeface="微软雅黑"/>
              </a:rPr>
              <a:t>密码学技术</a:t>
            </a:r>
            <a:endParaRPr lang="zh-CN" sz="2100" b="true">
              <a:solidFill>
                <a:srgbClr val="FF0000"/>
              </a:solidFill>
              <a:latin typeface="微软雅黑"/>
              <a:ea typeface="微软雅黑"/>
            </a:endParaRPr>
          </a:p>
        </p:txBody>
      </p:sp>
      <p:sp>
        <p:nvSpPr>
          <p:cNvPr id="418" name="文本框 21"/>
          <p:cNvSpPr/>
          <p:nvPr/>
        </p:nvSpPr>
        <p:spPr>
          <a:xfrm>
            <a:off x="869950" y="3149600"/>
            <a:ext cx="1968500" cy="4159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r>
              <a:rPr lang="zh-CN" sz="2100" b="true">
                <a:solidFill>
                  <a:srgbClr val="2392E4"/>
                </a:solidFill>
                <a:latin typeface="微软雅黑"/>
                <a:ea typeface="微软雅黑"/>
              </a:rPr>
              <a:t>块链数据结构</a:t>
            </a:r>
            <a:endParaRPr lang="zh-CN" sz="2100" b="true">
              <a:solidFill>
                <a:srgbClr val="2392E4"/>
              </a:solidFill>
              <a:latin typeface="微软雅黑"/>
              <a:ea typeface="微软雅黑"/>
            </a:endParaRPr>
          </a:p>
        </p:txBody>
      </p:sp>
      <p:sp>
        <p:nvSpPr>
          <p:cNvPr id="419" name="矩形 9"/>
          <p:cNvSpPr/>
          <p:nvPr/>
        </p:nvSpPr>
        <p:spPr>
          <a:xfrm>
            <a:off x="6296025" y="3235325"/>
            <a:ext cx="153035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智能合约</a:t>
            </a:r>
            <a:endParaRPr lang="zh-CN" sz="2100" b="true">
              <a:solidFill>
                <a:srgbClr val="2392E4"/>
              </a:solidFill>
              <a:latin typeface="微软雅黑"/>
              <a:ea typeface="微软雅黑"/>
            </a:endParaRPr>
          </a:p>
        </p:txBody>
      </p:sp>
      <p:sp>
        <p:nvSpPr>
          <p:cNvPr id="420" name="文本框 23"/>
          <p:cNvSpPr/>
          <p:nvPr/>
        </p:nvSpPr>
        <p:spPr>
          <a:xfrm>
            <a:off x="3348038" y="2066925"/>
            <a:ext cx="25908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挖矿（共识）机制</a:t>
            </a:r>
            <a:endParaRPr lang="zh-CN" sz="2100" b="true">
              <a:solidFill>
                <a:srgbClr val="2392E4"/>
              </a:solidFill>
              <a:latin typeface="微软雅黑"/>
              <a:ea typeface="微软雅黑"/>
            </a:endParaRPr>
          </a:p>
        </p:txBody>
      </p:sp>
      <p:sp>
        <p:nvSpPr>
          <p:cNvPr id="421" name="文本框 24"/>
          <p:cNvSpPr/>
          <p:nvPr/>
        </p:nvSpPr>
        <p:spPr>
          <a:xfrm>
            <a:off x="6732588" y="4083050"/>
            <a:ext cx="1795462"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公链</a:t>
            </a:r>
            <a:r>
              <a:rPr lang="en-US" sz="2100" b="true">
                <a:solidFill>
                  <a:srgbClr val="2392E4"/>
                </a:solidFill>
                <a:latin typeface="微软雅黑"/>
                <a:ea typeface="微软雅黑"/>
              </a:rPr>
              <a:t>/</a:t>
            </a:r>
            <a:r>
              <a:rPr lang="zh-CN" sz="2100" b="true">
                <a:solidFill>
                  <a:srgbClr val="2392E4"/>
                </a:solidFill>
                <a:latin typeface="微软雅黑"/>
                <a:ea typeface="微软雅黑"/>
              </a:rPr>
              <a:t>联盟链</a:t>
            </a:r>
            <a:endParaRPr lang="en-US" sz="2100" b="true">
              <a:solidFill>
                <a:srgbClr val="2392E4"/>
              </a:solidFill>
              <a:latin typeface="微软雅黑"/>
              <a:ea typeface="微软雅黑"/>
            </a:endParaRPr>
          </a:p>
        </p:txBody>
      </p:sp>
      <p:sp>
        <p:nvSpPr>
          <p:cNvPr id="422" name="内容占位符 6"/>
          <p:cNvSpPr/>
          <p:nvPr/>
        </p:nvSpPr>
        <p:spPr>
          <a:xfrm>
            <a:off x="966788" y="4410075"/>
            <a:ext cx="1336675" cy="401638"/>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en-US" sz="900">
                <a:solidFill>
                  <a:srgbClr val="7F7F7F"/>
                </a:solidFill>
                <a:latin typeface="微软雅黑"/>
                <a:ea typeface="微软雅黑"/>
              </a:rPr>
              <a:t>Hash/</a:t>
            </a:r>
            <a:r>
              <a:rPr lang="zh-CN" sz="900">
                <a:solidFill>
                  <a:srgbClr val="7F7F7F"/>
                </a:solidFill>
                <a:latin typeface="微软雅黑"/>
                <a:ea typeface="微软雅黑"/>
              </a:rPr>
              <a:t>对称加密</a:t>
            </a:r>
            <a:r>
              <a:rPr lang="en-US" sz="900">
                <a:solidFill>
                  <a:srgbClr val="7F7F7F"/>
                </a:solidFill>
                <a:latin typeface="微软雅黑"/>
                <a:ea typeface="微软雅黑"/>
              </a:rPr>
              <a:t>/</a:t>
            </a:r>
            <a:r>
              <a:rPr lang="zh-CN" sz="900">
                <a:solidFill>
                  <a:srgbClr val="7F7F7F"/>
                </a:solidFill>
                <a:latin typeface="微软雅黑"/>
                <a:ea typeface="微软雅黑"/>
              </a:rPr>
              <a:t>非对称加密</a:t>
            </a:r>
            <a:r>
              <a:rPr lang="en-US" sz="900">
                <a:solidFill>
                  <a:srgbClr val="7F7F7F"/>
                </a:solidFill>
                <a:latin typeface="微软雅黑"/>
                <a:ea typeface="微软雅黑"/>
              </a:rPr>
              <a:t>/</a:t>
            </a:r>
            <a:r>
              <a:rPr lang="zh-CN" sz="900">
                <a:solidFill>
                  <a:srgbClr val="7F7F7F"/>
                </a:solidFill>
                <a:latin typeface="微软雅黑"/>
                <a:ea typeface="微软雅黑"/>
              </a:rPr>
              <a:t>数字签名</a:t>
            </a:r>
            <a:endParaRPr lang="zh-CN" sz="900">
              <a:solidFill>
                <a:srgbClr val="7F7F7F"/>
              </a:solidFill>
              <a:latin typeface="微软雅黑"/>
              <a:ea typeface="微软雅黑"/>
            </a:endParaRPr>
          </a:p>
        </p:txBody>
      </p:sp>
      <p:sp>
        <p:nvSpPr>
          <p:cNvPr id="423" name="内容占位符 6"/>
          <p:cNvSpPr/>
          <p:nvPr/>
        </p:nvSpPr>
        <p:spPr>
          <a:xfrm>
            <a:off x="1014413" y="3508375"/>
            <a:ext cx="1784350" cy="285750"/>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zh-CN" sz="900">
                <a:solidFill>
                  <a:srgbClr val="7F7F7F"/>
                </a:solidFill>
                <a:latin typeface="微软雅黑"/>
                <a:ea typeface="微软雅黑"/>
              </a:rPr>
              <a:t>区块</a:t>
            </a:r>
            <a:r>
              <a:rPr lang="en-US" sz="900">
                <a:solidFill>
                  <a:srgbClr val="7F7F7F"/>
                </a:solidFill>
                <a:latin typeface="微软雅黑"/>
                <a:ea typeface="微软雅黑"/>
              </a:rPr>
              <a:t>/</a:t>
            </a:r>
            <a:r>
              <a:rPr lang="zh-CN" sz="900">
                <a:solidFill>
                  <a:srgbClr val="7F7F7F"/>
                </a:solidFill>
                <a:latin typeface="微软雅黑"/>
                <a:ea typeface="微软雅黑"/>
              </a:rPr>
              <a:t>链</a:t>
            </a:r>
            <a:r>
              <a:rPr lang="en-US" sz="900">
                <a:solidFill>
                  <a:srgbClr val="7F7F7F"/>
                </a:solidFill>
                <a:latin typeface="微软雅黑"/>
                <a:ea typeface="微软雅黑"/>
              </a:rPr>
              <a:t>/</a:t>
            </a:r>
            <a:r>
              <a:rPr lang="zh-CN" sz="900">
                <a:solidFill>
                  <a:srgbClr val="7F7F7F"/>
                </a:solidFill>
                <a:latin typeface="微软雅黑"/>
                <a:ea typeface="微软雅黑"/>
              </a:rPr>
              <a:t>交易</a:t>
            </a:r>
            <a:r>
              <a:rPr lang="en-US" sz="900">
                <a:solidFill>
                  <a:srgbClr val="7F7F7F"/>
                </a:solidFill>
                <a:latin typeface="微软雅黑"/>
                <a:ea typeface="微软雅黑"/>
              </a:rPr>
              <a:t>UTXO</a:t>
            </a:r>
            <a:endParaRPr lang="en-US" sz="900">
              <a:solidFill>
                <a:srgbClr val="7F7F7F"/>
              </a:solidFill>
              <a:latin typeface="微软雅黑"/>
              <a:ea typeface="微软雅黑"/>
            </a:endParaRPr>
          </a:p>
        </p:txBody>
      </p:sp>
      <p:sp>
        <p:nvSpPr>
          <p:cNvPr id="424" name="内容占位符 6"/>
          <p:cNvSpPr/>
          <p:nvPr/>
        </p:nvSpPr>
        <p:spPr>
          <a:xfrm>
            <a:off x="3059113" y="2427288"/>
            <a:ext cx="2994025" cy="411162"/>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42975">
              <a:lnSpc>
                <a:spcPct val="120000"/>
              </a:lnSpc>
            </a:pPr>
            <a:r>
              <a:rPr lang="en-US" sz="900">
                <a:solidFill>
                  <a:srgbClr val="7F7F7F"/>
                </a:solidFill>
                <a:latin typeface="微软雅黑"/>
                <a:ea typeface="微软雅黑"/>
              </a:rPr>
              <a:t>POW/</a:t>
            </a:r>
            <a:r>
              <a:rPr lang="zh-CN" sz="900">
                <a:solidFill>
                  <a:srgbClr val="7F7F7F"/>
                </a:solidFill>
                <a:latin typeface="微软雅黑"/>
                <a:ea typeface="微软雅黑"/>
              </a:rPr>
              <a:t>其它共识算法</a:t>
            </a:r>
            <a:endParaRPr lang="zh-CN" sz="900">
              <a:solidFill>
                <a:srgbClr val="7F7F7F"/>
              </a:solidFill>
              <a:latin typeface="微软雅黑"/>
              <a:ea typeface="微软雅黑"/>
            </a:endParaRPr>
          </a:p>
        </p:txBody>
      </p:sp>
      <p:sp>
        <p:nvSpPr>
          <p:cNvPr id="425" name="矩形 16"/>
          <p:cNvSpPr/>
          <p:nvPr/>
        </p:nvSpPr>
        <p:spPr>
          <a:xfrm>
            <a:off x="3719513" y="3922713"/>
            <a:ext cx="1620837" cy="522287"/>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800" b="true">
                <a:solidFill>
                  <a:srgbClr val="EA305E"/>
                </a:solidFill>
                <a:latin typeface="微软雅黑"/>
                <a:ea typeface="微软雅黑"/>
              </a:rPr>
              <a:t>关键技术</a:t>
            </a:r>
            <a:endParaRPr lang="zh-CN" sz="2800" b="true">
              <a:solidFill>
                <a:srgbClr val="EA305E"/>
              </a:solidFill>
              <a:latin typeface="微软雅黑"/>
              <a:ea typeface="微软雅黑"/>
            </a:endParaRPr>
          </a:p>
        </p:txBody>
      </p:sp>
      <p:sp>
        <p:nvSpPr>
          <p:cNvPr id="426" name="矩形 18"/>
          <p:cNvSpPr/>
          <p:nvPr/>
        </p:nvSpPr>
        <p:spPr>
          <a:xfrm>
            <a:off x="333375" y="573088"/>
            <a:ext cx="8369300" cy="3841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ts val="2600"/>
              </a:lnSpc>
            </a:pPr>
            <a:r>
              <a:rPr lang="zh-CN" sz="1400">
                <a:latin typeface="微软雅黑"/>
                <a:ea typeface="微软雅黑"/>
              </a:rPr>
              <a:t>单个技术都不是新技术，但将这些技术形成一套组合拳，就有了一个创新的技术体系 </a:t>
            </a:r>
            <a:r>
              <a:rPr lang="en-US" sz="1400">
                <a:latin typeface="微软雅黑"/>
                <a:ea typeface="微软雅黑"/>
              </a:rPr>
              <a:t>—</a:t>
            </a:r>
            <a:r>
              <a:rPr lang="zh-CN" sz="1400">
                <a:latin typeface="微软雅黑"/>
                <a:ea typeface="微软雅黑"/>
              </a:rPr>
              <a:t> </a:t>
            </a:r>
            <a:r>
              <a:rPr lang="zh-CN" sz="1400" b="true">
                <a:solidFill>
                  <a:srgbClr val="2392E4"/>
                </a:solidFill>
                <a:latin typeface="微软雅黑"/>
                <a:ea typeface="微软雅黑"/>
              </a:rPr>
              <a:t>区块链</a:t>
            </a:r>
            <a:endParaRPr lang="zh-CN" sz="1400" b="true">
              <a:solidFill>
                <a:srgbClr val="2392E4"/>
              </a:solidFill>
              <a:latin typeface="微软雅黑"/>
              <a:ea typeface="微软雅黑"/>
            </a:endParaRPr>
          </a:p>
        </p:txBody>
      </p:sp>
      <p:sp>
        <p:nvSpPr>
          <p:cNvPr id="427" name="文本框 20"/>
          <p:cNvSpPr/>
          <p:nvPr/>
        </p:nvSpPr>
        <p:spPr>
          <a:xfrm>
            <a:off x="466725" y="50800"/>
            <a:ext cx="3382963" cy="5492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800" b="true">
                <a:solidFill>
                  <a:srgbClr val="0070C0"/>
                </a:solidFill>
                <a:latin typeface="微软雅黑"/>
                <a:ea typeface="微软雅黑"/>
              </a:rPr>
              <a:t>区块链关键技术体系</a:t>
            </a:r>
            <a:endParaRPr lang="zh-CN" sz="2000" b="true">
              <a:solidFill>
                <a:srgbClr val="2392E4"/>
              </a:solidFill>
              <a:latin typeface="微软雅黑"/>
              <a:ea typeface="微软雅黑"/>
            </a:endParaRPr>
          </a:p>
        </p:txBody>
      </p:sp>
    </p:spTree>
  </p:cSld>
  <p:clrMapOvr>
    <a:masterClrMapping/>
  </p:clrMapOvr>
</p:sld>
</file>

<file path=ppt/slides/slide3.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428" name=""/>
        <p:cNvGrpSpPr/>
        <p:nvPr/>
      </p:nvGrpSpPr>
      <p:grpSpPr>
        <a:xfrm>
          <a:off x="0" y="0"/>
          <a:ext cx="0" cy="0"/>
          <a:chOff x="0" y="0"/>
          <a:chExt cx="0" cy="0"/>
        </a:xfrm>
      </p:grpSpPr>
      <p:sp>
        <p:nvSpPr>
          <p:cNvPr id="429"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DFFB8EBD-92A6-4BF2-97C4-AA3AAD0DEC0A}" type="slidenum">
              <a:rPr lang="en-US" sz="900">
                <a:solidFill>
                  <a:srgbClr val="898989"/>
                </a:solidFill>
                <a:ea typeface="黑体"/>
              </a:rPr>
              <a:t>3</a:t>
            </a:fld>
            <a:endParaRPr lang="en-US" sz="900">
              <a:solidFill>
                <a:srgbClr val="898989"/>
              </a:solidFill>
              <a:ea typeface="黑体"/>
            </a:endParaRPr>
          </a:p>
        </p:txBody>
      </p:sp>
      <p:sp>
        <p:nvSpPr>
          <p:cNvPr id="430"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单向散列Hash</a:t>
            </a:r>
            <a:r>
              <a:rPr lang="en-US" sz="3000">
                <a:solidFill>
                  <a:srgbClr val="0070C0"/>
                </a:solidFill>
                <a:latin typeface="微软雅黑"/>
                <a:ea typeface="等线 Light"/>
              </a:rPr>
              <a:t>——</a:t>
            </a:r>
            <a:r>
              <a:rPr lang="zh-CN" sz="3000">
                <a:solidFill>
                  <a:srgbClr val="0070C0"/>
                </a:solidFill>
                <a:latin typeface="微软雅黑"/>
                <a:ea typeface="等线 Light"/>
              </a:rPr>
              <a:t>防篡改</a:t>
            </a:r>
            <a:endParaRPr lang="zh-CN" sz="3000">
              <a:solidFill>
                <a:srgbClr val="0070C0"/>
              </a:solidFill>
              <a:latin typeface="微软雅黑"/>
              <a:ea typeface="等线 Light"/>
            </a:endParaRPr>
          </a:p>
        </p:txBody>
      </p:sp>
      <p:sp>
        <p:nvSpPr>
          <p:cNvPr id="431" name="文本框 4"/>
          <p:cNvSpPr/>
          <p:nvPr/>
        </p:nvSpPr>
        <p:spPr>
          <a:xfrm>
            <a:off x="466725" y="700088"/>
            <a:ext cx="7367588" cy="28733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a:latin typeface="微软雅黑"/>
                <a:ea typeface="微软雅黑"/>
              </a:rPr>
              <a:t>刑事侦查中，侦查员会用到指纹。而数据经过单向散列函数计算得出的</a:t>
            </a:r>
            <a:r>
              <a:rPr lang="zh-CN" sz="1200">
                <a:solidFill>
                  <a:srgbClr val="FF0000"/>
                </a:solidFill>
                <a:latin typeface="微软雅黑"/>
                <a:ea typeface="微软雅黑"/>
              </a:rPr>
              <a:t>散列值</a:t>
            </a:r>
            <a:r>
              <a:rPr lang="zh-CN" sz="1200">
                <a:latin typeface="微软雅黑"/>
                <a:ea typeface="微软雅黑"/>
              </a:rPr>
              <a:t>，就是</a:t>
            </a:r>
            <a:r>
              <a:rPr lang="zh-CN" sz="1200">
                <a:solidFill>
                  <a:srgbClr val="FF0000"/>
                </a:solidFill>
                <a:latin typeface="微软雅黑"/>
                <a:ea typeface="微软雅黑"/>
              </a:rPr>
              <a:t>数据的“指纹”</a:t>
            </a:r>
            <a:r>
              <a:rPr lang="zh-CN" sz="1200">
                <a:latin typeface="微软雅黑"/>
                <a:ea typeface="微软雅黑"/>
              </a:rPr>
              <a:t>。</a:t>
            </a:r>
            <a:endParaRPr lang="zh-CN" sz="1200">
              <a:latin typeface="微软雅黑"/>
              <a:ea typeface="微软雅黑"/>
            </a:endParaRPr>
          </a:p>
        </p:txBody>
      </p:sp>
      <p:pic>
        <p:nvPicPr>
          <p:cNvPr id="432" name="图片 5"/>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468313" y="987425"/>
            <a:ext cx="1470025" cy="2354263"/>
          </a:xfrm>
          <a:prstGeom prst="rect"/>
          <a:noFill/>
          <a:ln>
            <a:noFill/>
            <a:miter lim="800000"/>
          </a:ln>
        </p:spPr>
      </p:pic>
      <p:sp>
        <p:nvSpPr>
          <p:cNvPr id="433" name="圆角矩形 1"/>
          <p:cNvSpPr/>
          <p:nvPr/>
        </p:nvSpPr>
        <p:spPr>
          <a:xfrm>
            <a:off x="5292725" y="1563688"/>
            <a:ext cx="866775" cy="3095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teemo</a:t>
            </a:r>
            <a:endParaRPr lang="en-US" sz="1600">
              <a:latin typeface="微软雅黑"/>
              <a:ea typeface="微软雅黑"/>
            </a:endParaRPr>
          </a:p>
        </p:txBody>
      </p:sp>
      <p:sp>
        <p:nvSpPr>
          <p:cNvPr id="434" name="圆角矩形 2"/>
          <p:cNvSpPr/>
          <p:nvPr/>
        </p:nvSpPr>
        <p:spPr>
          <a:xfrm>
            <a:off x="7019925" y="1563688"/>
            <a:ext cx="866775" cy="3095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t</a:t>
            </a:r>
            <a:endParaRPr lang="en-US" sz="1600">
              <a:latin typeface="微软雅黑"/>
              <a:ea typeface="微软雅黑"/>
            </a:endParaRPr>
          </a:p>
        </p:txBody>
      </p:sp>
      <p:sp>
        <p:nvSpPr>
          <p:cNvPr id="435" name="圆角矩形 3"/>
          <p:cNvSpPr/>
          <p:nvPr/>
        </p:nvSpPr>
        <p:spPr>
          <a:xfrm>
            <a:off x="5292725" y="2139950"/>
            <a:ext cx="866775" cy="3079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alice</a:t>
            </a:r>
            <a:endParaRPr lang="en-US" sz="1600">
              <a:latin typeface="微软雅黑"/>
              <a:ea typeface="微软雅黑"/>
            </a:endParaRPr>
          </a:p>
        </p:txBody>
      </p:sp>
      <p:sp>
        <p:nvSpPr>
          <p:cNvPr id="436" name="圆角矩形 4"/>
          <p:cNvSpPr/>
          <p:nvPr/>
        </p:nvSpPr>
        <p:spPr>
          <a:xfrm>
            <a:off x="7019925" y="2139950"/>
            <a:ext cx="866775" cy="3079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a</a:t>
            </a:r>
            <a:endParaRPr lang="en-US" sz="1600">
              <a:latin typeface="微软雅黑"/>
              <a:ea typeface="微软雅黑"/>
            </a:endParaRPr>
          </a:p>
        </p:txBody>
      </p:sp>
      <p:sp>
        <p:nvSpPr>
          <p:cNvPr id="437" name="圆角矩形 5"/>
          <p:cNvSpPr/>
          <p:nvPr/>
        </p:nvSpPr>
        <p:spPr>
          <a:xfrm>
            <a:off x="5292725" y="2716213"/>
            <a:ext cx="866775" cy="3095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tyler</a:t>
            </a:r>
            <a:endParaRPr lang="en-US" sz="1600">
              <a:latin typeface="微软雅黑"/>
              <a:ea typeface="微软雅黑"/>
            </a:endParaRPr>
          </a:p>
        </p:txBody>
      </p:sp>
      <p:sp>
        <p:nvSpPr>
          <p:cNvPr id="438" name="圆角矩形 6"/>
          <p:cNvSpPr/>
          <p:nvPr/>
        </p:nvSpPr>
        <p:spPr>
          <a:xfrm>
            <a:off x="7019925" y="2716213"/>
            <a:ext cx="866775" cy="3095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t</a:t>
            </a:r>
            <a:endParaRPr lang="en-US" sz="1600">
              <a:latin typeface="微软雅黑"/>
              <a:ea typeface="微软雅黑"/>
            </a:endParaRPr>
          </a:p>
        </p:txBody>
      </p:sp>
      <p:cxnSp>
        <p:nvCxnSpPr>
          <p:cNvPr id="439" name="直接箭头连接符 9"/>
          <p:cNvCxnSpPr>
            <a:stCxn id="433" idx="3"/>
            <a:endCxn id="434" idx="1"/>
          </p:cNvCxnSpPr>
          <p:nvPr/>
        </p:nvCxnSpPr>
        <p:spPr>
          <a:xfrm>
            <a:off x="6159500" y="1717675"/>
            <a:ext cx="860425" cy="0"/>
          </a:xfrm>
          <a:prstGeom prst="line"/>
          <a:noFill/>
          <a:ln>
            <a:solidFill>
              <a:schemeClr val="tx1"/>
            </a:solidFill>
            <a:miter lim="800000"/>
            <a:tailEnd type="arrow"/>
          </a:ln>
        </p:spPr>
      </p:cxnSp>
      <p:cxnSp>
        <p:nvCxnSpPr>
          <p:cNvPr id="440" name="直接箭头连接符 20"/>
          <p:cNvCxnSpPr>
            <a:stCxn id="435" idx="3"/>
            <a:endCxn id="436" idx="1"/>
          </p:cNvCxnSpPr>
          <p:nvPr/>
        </p:nvCxnSpPr>
        <p:spPr>
          <a:xfrm>
            <a:off x="6159500" y="2293938"/>
            <a:ext cx="860425" cy="0"/>
          </a:xfrm>
          <a:prstGeom prst="line"/>
          <a:noFill/>
          <a:ln>
            <a:solidFill>
              <a:schemeClr val="tx1"/>
            </a:solidFill>
            <a:miter lim="800000"/>
            <a:tailEnd type="arrow"/>
          </a:ln>
        </p:spPr>
      </p:cxnSp>
      <p:cxnSp>
        <p:nvCxnSpPr>
          <p:cNvPr id="441" name="直接箭头连接符 29"/>
          <p:cNvCxnSpPr>
            <a:stCxn id="437" idx="3"/>
            <a:endCxn id="438" idx="1"/>
          </p:cNvCxnSpPr>
          <p:nvPr/>
        </p:nvCxnSpPr>
        <p:spPr>
          <a:xfrm>
            <a:off x="6159500" y="2870200"/>
            <a:ext cx="860425" cy="0"/>
          </a:xfrm>
          <a:prstGeom prst="line"/>
          <a:noFill/>
          <a:ln>
            <a:solidFill>
              <a:schemeClr val="tx1"/>
            </a:solidFill>
            <a:miter lim="800000"/>
            <a:tailEnd type="arrow"/>
          </a:ln>
        </p:spPr>
      </p:cxnSp>
      <p:pic>
        <p:nvPicPr>
          <p:cNvPr id="442" name="对象 38"/>
          <p:cNvPicPr>
            <a:picLocks noChangeAspect="true"/>
          </p:cNvPicPr>
          <p:nvPr/>
        </p:nvPicPr>
        <p:blipFill>
          <a:blip r:embed="rId3">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4114800" y="2463800"/>
            <a:ext cx="914400" cy="215900"/>
          </a:xfrm>
          <a:prstGeom prst="rect"/>
          <a:noFill/>
          <a:ln w="38100">
            <a:noFill/>
            <a:miter lim="800000"/>
          </a:ln>
        </p:spPr>
      </p:pic>
      <p:sp>
        <p:nvSpPr>
          <p:cNvPr id="443" name="文本框 40"/>
          <p:cNvSpPr/>
          <p:nvPr/>
        </p:nvSpPr>
        <p:spPr>
          <a:xfrm>
            <a:off x="6516688" y="2571750"/>
            <a:ext cx="534987" cy="8223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4800">
                <a:solidFill>
                  <a:srgbClr val="FF0000"/>
                </a:solidFill>
                <a:ea typeface="黑体"/>
              </a:rPr>
              <a:t>×</a:t>
            </a:r>
            <a:endParaRPr lang="zh-CN" sz="4800">
              <a:solidFill>
                <a:srgbClr val="FF0000"/>
              </a:solidFill>
              <a:ea typeface="黑体"/>
            </a:endParaRPr>
          </a:p>
        </p:txBody>
      </p:sp>
      <p:sp>
        <p:nvSpPr>
          <p:cNvPr id="444" name="文本框 41"/>
          <p:cNvSpPr/>
          <p:nvPr/>
        </p:nvSpPr>
        <p:spPr>
          <a:xfrm>
            <a:off x="7016750" y="3086100"/>
            <a:ext cx="1371600" cy="3762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900">
                <a:solidFill>
                  <a:srgbClr val="FF0000"/>
                </a:solidFill>
                <a:latin typeface="微软雅黑"/>
                <a:ea typeface="微软雅黑"/>
              </a:rPr>
              <a:t>哈希碰撞，与</a:t>
            </a:r>
            <a:r>
              <a:rPr lang="en-US" sz="900">
                <a:solidFill>
                  <a:srgbClr val="FF0000"/>
                </a:solidFill>
                <a:latin typeface="微软雅黑"/>
                <a:ea typeface="微软雅黑"/>
              </a:rPr>
              <a:t>teemo</a:t>
            </a:r>
            <a:r>
              <a:rPr lang="zh-CN" sz="900">
                <a:solidFill>
                  <a:srgbClr val="FF0000"/>
                </a:solidFill>
                <a:latin typeface="微软雅黑"/>
                <a:ea typeface="微软雅黑"/>
              </a:rPr>
              <a:t>重合了</a:t>
            </a:r>
            <a:endParaRPr lang="zh-CN" sz="900">
              <a:solidFill>
                <a:srgbClr val="FF0000"/>
              </a:solidFill>
              <a:latin typeface="微软雅黑"/>
              <a:ea typeface="微软雅黑"/>
            </a:endParaRPr>
          </a:p>
        </p:txBody>
      </p:sp>
      <p:sp>
        <p:nvSpPr>
          <p:cNvPr id="445" name="圆角矩形 43"/>
          <p:cNvSpPr/>
          <p:nvPr/>
        </p:nvSpPr>
        <p:spPr>
          <a:xfrm>
            <a:off x="4787900" y="3722688"/>
            <a:ext cx="866775" cy="3095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teemo</a:t>
            </a:r>
            <a:endParaRPr lang="en-US" sz="1600">
              <a:latin typeface="微软雅黑"/>
              <a:ea typeface="微软雅黑"/>
            </a:endParaRPr>
          </a:p>
        </p:txBody>
      </p:sp>
      <p:sp>
        <p:nvSpPr>
          <p:cNvPr id="446" name="圆角矩形 44"/>
          <p:cNvSpPr/>
          <p:nvPr/>
        </p:nvSpPr>
        <p:spPr>
          <a:xfrm>
            <a:off x="4779963" y="4083050"/>
            <a:ext cx="866775" cy="3079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tyler</a:t>
            </a:r>
            <a:endParaRPr lang="en-US" sz="1600">
              <a:latin typeface="微软雅黑"/>
              <a:ea typeface="微软雅黑"/>
            </a:endParaRPr>
          </a:p>
        </p:txBody>
      </p:sp>
      <p:sp>
        <p:nvSpPr>
          <p:cNvPr id="447" name="圆角矩形 45"/>
          <p:cNvSpPr/>
          <p:nvPr/>
        </p:nvSpPr>
        <p:spPr>
          <a:xfrm>
            <a:off x="6507163" y="3722688"/>
            <a:ext cx="2119312" cy="3095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600">
                <a:latin typeface="微软雅黑"/>
                <a:ea typeface="微软雅黑"/>
              </a:rPr>
              <a:t>293094f8198887f0363f86efe9be836e77f79478986b031d5c1e75e4173ec9f1</a:t>
            </a:r>
            <a:endParaRPr lang="en-US" sz="600">
              <a:latin typeface="微软雅黑"/>
              <a:ea typeface="微软雅黑"/>
            </a:endParaRPr>
          </a:p>
        </p:txBody>
      </p:sp>
      <p:sp>
        <p:nvSpPr>
          <p:cNvPr id="448" name="圆角矩形 46"/>
          <p:cNvSpPr/>
          <p:nvPr/>
        </p:nvSpPr>
        <p:spPr>
          <a:xfrm>
            <a:off x="6515100" y="4083050"/>
            <a:ext cx="2128838" cy="3079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600">
                <a:latin typeface="微软雅黑"/>
                <a:ea typeface="微软雅黑"/>
              </a:rPr>
              <a:t>b258f8614815e4157b9eab23d55ac5d0ff77a97ef4a63800089141225d560eee</a:t>
            </a:r>
            <a:endParaRPr lang="en-US" sz="600">
              <a:latin typeface="微软雅黑"/>
              <a:ea typeface="微软雅黑"/>
            </a:endParaRPr>
          </a:p>
        </p:txBody>
      </p:sp>
      <p:cxnSp>
        <p:nvCxnSpPr>
          <p:cNvPr id="449" name="直接箭头连接符 47"/>
          <p:cNvCxnSpPr>
            <a:stCxn id="445" idx="3"/>
            <a:endCxn id="447" idx="1"/>
          </p:cNvCxnSpPr>
          <p:nvPr/>
        </p:nvCxnSpPr>
        <p:spPr>
          <a:xfrm>
            <a:off x="5654675" y="3878263"/>
            <a:ext cx="852488" cy="0"/>
          </a:xfrm>
          <a:prstGeom prst="line"/>
          <a:noFill/>
          <a:ln>
            <a:solidFill>
              <a:schemeClr val="tx1"/>
            </a:solidFill>
            <a:miter lim="800000"/>
            <a:tailEnd type="arrow"/>
          </a:ln>
        </p:spPr>
      </p:cxnSp>
      <p:cxnSp>
        <p:nvCxnSpPr>
          <p:cNvPr id="450" name="直接箭头连接符 48"/>
          <p:cNvCxnSpPr>
            <a:stCxn id="446" idx="3"/>
            <a:endCxn id="448" idx="1"/>
          </p:cNvCxnSpPr>
          <p:nvPr/>
        </p:nvCxnSpPr>
        <p:spPr>
          <a:xfrm>
            <a:off x="5646738" y="4237038"/>
            <a:ext cx="868362" cy="0"/>
          </a:xfrm>
          <a:prstGeom prst="line"/>
          <a:noFill/>
          <a:ln>
            <a:solidFill>
              <a:schemeClr val="tx1"/>
            </a:solidFill>
            <a:miter lim="800000"/>
            <a:tailEnd type="arrow"/>
          </a:ln>
        </p:spPr>
      </p:cxnSp>
      <p:sp>
        <p:nvSpPr>
          <p:cNvPr id="451" name="文本框 49"/>
          <p:cNvSpPr/>
          <p:nvPr/>
        </p:nvSpPr>
        <p:spPr>
          <a:xfrm>
            <a:off x="4932363" y="1203325"/>
            <a:ext cx="2112962" cy="2873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a:latin typeface="微软雅黑"/>
                <a:ea typeface="微软雅黑"/>
              </a:rPr>
              <a:t>取首字母：</a:t>
            </a:r>
            <a:endParaRPr lang="zh-CN" sz="1200">
              <a:latin typeface="微软雅黑"/>
              <a:ea typeface="微软雅黑"/>
            </a:endParaRPr>
          </a:p>
        </p:txBody>
      </p:sp>
      <p:sp>
        <p:nvSpPr>
          <p:cNvPr id="452" name="文本框 50"/>
          <p:cNvSpPr/>
          <p:nvPr/>
        </p:nvSpPr>
        <p:spPr>
          <a:xfrm>
            <a:off x="4643438" y="3362325"/>
            <a:ext cx="2112962" cy="2873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200">
                <a:latin typeface="微软雅黑"/>
                <a:ea typeface="微软雅黑"/>
              </a:rPr>
              <a:t>SHA256</a:t>
            </a:r>
            <a:r>
              <a:rPr lang="zh-CN" sz="1200">
                <a:latin typeface="微软雅黑"/>
                <a:ea typeface="微软雅黑"/>
              </a:rPr>
              <a:t>：</a:t>
            </a:r>
            <a:endParaRPr lang="zh-CN" sz="1200">
              <a:latin typeface="微软雅黑"/>
              <a:ea typeface="微软雅黑"/>
            </a:endParaRPr>
          </a:p>
        </p:txBody>
      </p:sp>
      <p:sp>
        <p:nvSpPr>
          <p:cNvPr id="453" name="文本框 51"/>
          <p:cNvSpPr/>
          <p:nvPr/>
        </p:nvSpPr>
        <p:spPr>
          <a:xfrm>
            <a:off x="5867400" y="4803775"/>
            <a:ext cx="2797175" cy="238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900">
                <a:latin typeface="微软雅黑"/>
                <a:ea typeface="微软雅黑"/>
              </a:rPr>
              <a:t>256bit</a:t>
            </a:r>
            <a:r>
              <a:rPr lang="zh-CN" sz="900">
                <a:latin typeface="微软雅黑"/>
                <a:ea typeface="微软雅黑"/>
              </a:rPr>
              <a:t>，原数据充分打乱混合，避免碰撞及可逆算</a:t>
            </a:r>
            <a:endParaRPr lang="zh-CN" sz="900">
              <a:latin typeface="微软雅黑"/>
              <a:ea typeface="微软雅黑"/>
            </a:endParaRPr>
          </a:p>
        </p:txBody>
      </p:sp>
      <p:sp>
        <p:nvSpPr>
          <p:cNvPr id="454" name="圆角矩形 44"/>
          <p:cNvSpPr/>
          <p:nvPr/>
        </p:nvSpPr>
        <p:spPr>
          <a:xfrm>
            <a:off x="4779963" y="4443413"/>
            <a:ext cx="866775" cy="3079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SzPct val="80000"/>
            </a:pPr>
            <a:r>
              <a:rPr lang="en-US" sz="1600">
                <a:latin typeface="微软雅黑"/>
                <a:ea typeface="微软雅黑"/>
              </a:rPr>
              <a:t>Teemo</a:t>
            </a:r>
            <a:endParaRPr lang="en-US" sz="1600">
              <a:latin typeface="微软雅黑"/>
              <a:ea typeface="微软雅黑"/>
            </a:endParaRPr>
          </a:p>
        </p:txBody>
      </p:sp>
      <p:sp>
        <p:nvSpPr>
          <p:cNvPr id="455" name="圆角矩形 46"/>
          <p:cNvSpPr/>
          <p:nvPr/>
        </p:nvSpPr>
        <p:spPr>
          <a:xfrm>
            <a:off x="6515100" y="4443413"/>
            <a:ext cx="2128838" cy="3079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SzPct val="80000"/>
            </a:pPr>
            <a:r>
              <a:rPr lang="en-US" sz="600">
                <a:latin typeface="微软雅黑"/>
                <a:ea typeface="微软雅黑"/>
              </a:rPr>
              <a:t>0a470e2b9e3945637a2d543243575a09407ad5adda3145c1bf9c68d8a2c1bf26</a:t>
            </a:r>
            <a:endParaRPr lang="en-US" sz="600">
              <a:latin typeface="微软雅黑"/>
              <a:ea typeface="微软雅黑"/>
            </a:endParaRPr>
          </a:p>
        </p:txBody>
      </p:sp>
      <p:cxnSp>
        <p:nvCxnSpPr>
          <p:cNvPr id="456" name="直接箭头连接符 48"/>
          <p:cNvCxnSpPr>
            <a:stCxn id="454" idx="3"/>
            <a:endCxn id="455" idx="1"/>
          </p:cNvCxnSpPr>
          <p:nvPr/>
        </p:nvCxnSpPr>
        <p:spPr>
          <a:xfrm>
            <a:off x="5646738" y="4597400"/>
            <a:ext cx="868362" cy="0"/>
          </a:xfrm>
          <a:prstGeom prst="line"/>
          <a:noFill/>
          <a:ln>
            <a:solidFill>
              <a:schemeClr val="tx1"/>
            </a:solidFill>
            <a:miter lim="800000"/>
            <a:tailEnd type="arrow"/>
          </a:ln>
        </p:spPr>
      </p:cxnSp>
      <p:pic>
        <p:nvPicPr>
          <p:cNvPr id="457" name="图片 8"/>
          <p:cNvPicPr>
            <a:picLocks noChangeAspect="true"/>
          </p:cNvPicPr>
          <p:nvPr/>
        </p:nvPicPr>
        <p:blipFill>
          <a:blip r:embed="rId4">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252413" y="3292475"/>
            <a:ext cx="4370387" cy="1816100"/>
          </a:xfrm>
          <a:prstGeom prst="rect"/>
          <a:noFill/>
          <a:ln>
            <a:noFill/>
            <a:miter lim="800000"/>
          </a:ln>
        </p:spPr>
      </p:pic>
      <p:sp>
        <p:nvSpPr>
          <p:cNvPr id="458" name="文本框 7"/>
          <p:cNvSpPr/>
          <p:nvPr/>
        </p:nvSpPr>
        <p:spPr>
          <a:xfrm>
            <a:off x="2268538" y="1347788"/>
            <a:ext cx="1897062" cy="311150"/>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SzPct val="80000"/>
            </a:pPr>
            <a:r>
              <a:rPr lang="en-US" sz="1300">
                <a:latin typeface="微软雅黑"/>
                <a:ea typeface="微软雅黑"/>
              </a:rPr>
              <a:t>单向散列函数的性质：</a:t>
            </a:r>
            <a:endParaRPr lang="en-US" sz="1300">
              <a:latin typeface="微软雅黑"/>
              <a:ea typeface="微软雅黑"/>
            </a:endParaRPr>
          </a:p>
        </p:txBody>
      </p:sp>
      <p:sp>
        <p:nvSpPr>
          <p:cNvPr id="459" name="文本框 8"/>
          <p:cNvSpPr/>
          <p:nvPr/>
        </p:nvSpPr>
        <p:spPr>
          <a:xfrm>
            <a:off x="2341563" y="1779588"/>
            <a:ext cx="1198562" cy="10064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171450" lvl="0" indent="-171450">
              <a:lnSpc>
                <a:spcPct val="150000"/>
              </a:lnSpc>
              <a:buSzPct val="80000"/>
              <a:buChar char="Ø"/>
            </a:pPr>
            <a:r>
              <a:rPr lang="en-US" sz="1000">
                <a:latin typeface="仿宋"/>
                <a:ea typeface="仿宋"/>
              </a:rPr>
              <a:t>正向快速</a:t>
            </a:r>
            <a:endParaRPr lang="en-US" sz="1000">
              <a:latin typeface="仿宋"/>
              <a:ea typeface="仿宋"/>
            </a:endParaRPr>
          </a:p>
          <a:p>
            <a:pPr marL="171450" lvl="0" indent="-171450">
              <a:lnSpc>
                <a:spcPct val="150000"/>
              </a:lnSpc>
              <a:buSzPct val="80000"/>
              <a:buChar char="Ø"/>
            </a:pPr>
            <a:r>
              <a:rPr lang="en-US" sz="1000">
                <a:latin typeface="仿宋"/>
                <a:ea typeface="仿宋"/>
              </a:rPr>
              <a:t>逆向困难</a:t>
            </a:r>
            <a:endParaRPr lang="en-US" sz="1000">
              <a:latin typeface="仿宋"/>
              <a:ea typeface="仿宋"/>
            </a:endParaRPr>
          </a:p>
          <a:p>
            <a:pPr marL="171450" lvl="0" indent="-171450">
              <a:lnSpc>
                <a:spcPct val="150000"/>
              </a:lnSpc>
              <a:buSzPct val="80000"/>
              <a:buChar char="Ø"/>
            </a:pPr>
            <a:r>
              <a:rPr lang="en-US" sz="1000">
                <a:latin typeface="仿宋"/>
                <a:ea typeface="仿宋"/>
              </a:rPr>
              <a:t>输入敏感</a:t>
            </a:r>
            <a:endParaRPr lang="en-US" sz="1000">
              <a:latin typeface="仿宋"/>
              <a:ea typeface="仿宋"/>
            </a:endParaRPr>
          </a:p>
          <a:p>
            <a:pPr marL="171450" lvl="0" indent="-171450">
              <a:lnSpc>
                <a:spcPct val="150000"/>
              </a:lnSpc>
              <a:buSzPct val="80000"/>
              <a:buChar char="Ø"/>
            </a:pPr>
            <a:r>
              <a:rPr lang="en-US" sz="1000">
                <a:latin typeface="仿宋"/>
                <a:ea typeface="仿宋"/>
              </a:rPr>
              <a:t>冲突避免</a:t>
            </a:r>
            <a:endParaRPr lang="en-US" sz="1000">
              <a:latin typeface="仿宋"/>
              <a:ea typeface="仿宋"/>
            </a:endParaRPr>
          </a:p>
        </p:txBody>
      </p:sp>
    </p:spTree>
  </p:cSld>
  <p:clrMapOvr>
    <a:masterClrMapping/>
  </p:clrMapOvr>
</p:sld>
</file>

<file path=ppt/slides/slide4.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460" name=""/>
        <p:cNvGrpSpPr/>
        <p:nvPr/>
      </p:nvGrpSpPr>
      <p:grpSpPr>
        <a:xfrm>
          <a:off x="0" y="0"/>
          <a:ext cx="0" cy="0"/>
          <a:chOff x="0" y="0"/>
          <a:chExt cx="0" cy="0"/>
        </a:xfrm>
      </p:grpSpPr>
      <p:sp>
        <p:nvSpPr>
          <p:cNvPr id="461"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BB2B5C5D-9EA2-48F9-9993-BB94132D8D46}" type="slidenum">
              <a:rPr lang="en-US" sz="900">
                <a:solidFill>
                  <a:srgbClr val="898989"/>
                </a:solidFill>
                <a:ea typeface="黑体"/>
              </a:rPr>
              <a:t>4</a:t>
            </a:fld>
            <a:endParaRPr lang="en-US" sz="900">
              <a:solidFill>
                <a:srgbClr val="898989"/>
              </a:solidFill>
              <a:ea typeface="黑体"/>
            </a:endParaRPr>
          </a:p>
        </p:txBody>
      </p:sp>
      <p:sp>
        <p:nvSpPr>
          <p:cNvPr id="462"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对称加密</a:t>
            </a:r>
            <a:r>
              <a:rPr lang="en-US" sz="3000">
                <a:solidFill>
                  <a:srgbClr val="0070C0"/>
                </a:solidFill>
                <a:latin typeface="微软雅黑"/>
                <a:ea typeface="等线 Light"/>
              </a:rPr>
              <a:t>——</a:t>
            </a:r>
            <a:r>
              <a:rPr lang="zh-CN" sz="3000">
                <a:solidFill>
                  <a:srgbClr val="0070C0"/>
                </a:solidFill>
                <a:latin typeface="微软雅黑"/>
                <a:ea typeface="等线 Light"/>
              </a:rPr>
              <a:t>防窃听</a:t>
            </a:r>
            <a:endParaRPr lang="zh-CN" sz="3000">
              <a:solidFill>
                <a:srgbClr val="0070C0"/>
              </a:solidFill>
              <a:latin typeface="微软雅黑"/>
              <a:ea typeface="FontName"/>
            </a:endParaRPr>
          </a:p>
        </p:txBody>
      </p:sp>
      <p:pic>
        <p:nvPicPr>
          <p:cNvPr id="463" name="内容占位符 8"/>
          <p:cNvPicPr>
            <a:picLocks noGrp="true" noChangeAspect="true"/>
          </p:cNvPicPr>
          <p:nvPr>
            <p:ph idx="1"/>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4813300" y="1430338"/>
            <a:ext cx="4330700" cy="2552700"/>
          </a:xfrm>
          <a:prstGeom prst="rect"/>
          <a:noFill/>
          <a:ln>
            <a:noFill/>
            <a:miter lim="800000"/>
          </a:ln>
        </p:spPr>
      </p:pic>
      <p:sp>
        <p:nvSpPr>
          <p:cNvPr id="464" name="文本框 5"/>
          <p:cNvSpPr/>
          <p:nvPr/>
        </p:nvSpPr>
        <p:spPr>
          <a:xfrm>
            <a:off x="539750" y="915988"/>
            <a:ext cx="5908675" cy="365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14312" lvl="0" indent="-214312">
              <a:buChar char="•"/>
            </a:pPr>
            <a:r>
              <a:rPr lang="zh-CN">
                <a:solidFill>
                  <a:srgbClr val="FF0000"/>
                </a:solidFill>
                <a:latin typeface="仿宋"/>
                <a:ea typeface="仿宋"/>
              </a:rPr>
              <a:t>对称密码</a:t>
            </a:r>
            <a:r>
              <a:rPr lang="zh-CN">
                <a:latin typeface="仿宋"/>
                <a:ea typeface="仿宋"/>
              </a:rPr>
              <a:t>是指在加密和解密时使用同一密钥的方式。</a:t>
            </a:r>
            <a:endParaRPr lang="zh-CN">
              <a:ea typeface="黑体"/>
            </a:endParaRPr>
          </a:p>
        </p:txBody>
      </p:sp>
      <p:sp>
        <p:nvSpPr>
          <p:cNvPr id="465" name="文本框 7"/>
          <p:cNvSpPr/>
          <p:nvPr/>
        </p:nvSpPr>
        <p:spPr>
          <a:xfrm>
            <a:off x="468313" y="4371975"/>
            <a:ext cx="4068762" cy="28575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a:latin typeface="微软雅黑"/>
                <a:ea typeface="微软雅黑"/>
              </a:rPr>
              <a:t>对称加密密钥既负责加密又负责解密</a:t>
            </a:r>
            <a:endParaRPr lang="zh-CN" sz="1200">
              <a:latin typeface="微软雅黑"/>
              <a:ea typeface="微软雅黑"/>
            </a:endParaRPr>
          </a:p>
        </p:txBody>
      </p:sp>
      <p:sp>
        <p:nvSpPr>
          <p:cNvPr id="466" name="圆角矩形 1"/>
          <p:cNvSpPr/>
          <p:nvPr/>
        </p:nvSpPr>
        <p:spPr>
          <a:xfrm>
            <a:off x="468313" y="2355850"/>
            <a:ext cx="1079500" cy="3587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hello</a:t>
            </a:r>
            <a:endParaRPr lang="en-US" sz="1600">
              <a:latin typeface="微软雅黑"/>
              <a:ea typeface="微软雅黑"/>
            </a:endParaRPr>
          </a:p>
        </p:txBody>
      </p:sp>
      <p:sp>
        <p:nvSpPr>
          <p:cNvPr id="467" name="圆角矩形 3"/>
          <p:cNvSpPr/>
          <p:nvPr/>
        </p:nvSpPr>
        <p:spPr>
          <a:xfrm>
            <a:off x="2700338" y="2355850"/>
            <a:ext cx="1079500" cy="3587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jgkkq</a:t>
            </a:r>
            <a:endParaRPr lang="en-US" sz="1600">
              <a:latin typeface="微软雅黑"/>
              <a:ea typeface="微软雅黑"/>
            </a:endParaRPr>
          </a:p>
        </p:txBody>
      </p:sp>
      <p:sp>
        <p:nvSpPr>
          <p:cNvPr id="468" name="圆角矩形 4"/>
          <p:cNvSpPr/>
          <p:nvPr/>
        </p:nvSpPr>
        <p:spPr>
          <a:xfrm>
            <a:off x="2700338" y="3074988"/>
            <a:ext cx="1079500" cy="3603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jgkkq</a:t>
            </a:r>
            <a:endParaRPr lang="en-US" sz="1600">
              <a:latin typeface="微软雅黑"/>
              <a:ea typeface="微软雅黑"/>
            </a:endParaRPr>
          </a:p>
        </p:txBody>
      </p:sp>
      <p:sp>
        <p:nvSpPr>
          <p:cNvPr id="469" name="圆角矩形 5"/>
          <p:cNvSpPr/>
          <p:nvPr/>
        </p:nvSpPr>
        <p:spPr>
          <a:xfrm>
            <a:off x="468313" y="3074988"/>
            <a:ext cx="1079500" cy="3603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hello</a:t>
            </a:r>
            <a:endParaRPr lang="en-US" sz="1600">
              <a:latin typeface="微软雅黑"/>
              <a:ea typeface="微软雅黑"/>
            </a:endParaRPr>
          </a:p>
        </p:txBody>
      </p:sp>
      <p:cxnSp>
        <p:nvCxnSpPr>
          <p:cNvPr id="470" name="直接箭头连接符 7"/>
          <p:cNvCxnSpPr>
            <a:stCxn id="466" idx="3"/>
            <a:endCxn id="467" idx="1"/>
          </p:cNvCxnSpPr>
          <p:nvPr/>
        </p:nvCxnSpPr>
        <p:spPr>
          <a:xfrm>
            <a:off x="1547813" y="2535238"/>
            <a:ext cx="1152525" cy="0"/>
          </a:xfrm>
          <a:prstGeom prst="line"/>
          <a:noFill/>
          <a:ln>
            <a:solidFill>
              <a:schemeClr val="tx1"/>
            </a:solidFill>
            <a:miter lim="800000"/>
            <a:tailEnd type="arrow"/>
          </a:ln>
        </p:spPr>
      </p:cxnSp>
      <p:cxnSp>
        <p:nvCxnSpPr>
          <p:cNvPr id="471" name="直接箭头连接符 8"/>
          <p:cNvCxnSpPr>
            <a:stCxn id="467" idx="2"/>
            <a:endCxn id="468" idx="0"/>
          </p:cNvCxnSpPr>
          <p:nvPr/>
        </p:nvCxnSpPr>
        <p:spPr>
          <a:xfrm flipH="true">
            <a:off x="3240088" y="2714625"/>
            <a:ext cx="0" cy="360363"/>
          </a:xfrm>
          <a:prstGeom prst="line"/>
          <a:noFill/>
          <a:ln>
            <a:solidFill>
              <a:schemeClr val="tx1"/>
            </a:solidFill>
            <a:miter lim="800000"/>
            <a:tailEnd type="arrow"/>
          </a:ln>
        </p:spPr>
      </p:cxnSp>
      <p:cxnSp>
        <p:nvCxnSpPr>
          <p:cNvPr id="472" name="直接箭头连接符 9"/>
          <p:cNvCxnSpPr>
            <a:stCxn id="468" idx="1"/>
            <a:endCxn id="469" idx="3"/>
          </p:cNvCxnSpPr>
          <p:nvPr/>
        </p:nvCxnSpPr>
        <p:spPr>
          <a:xfrm flipH="true">
            <a:off x="1547813" y="3255963"/>
            <a:ext cx="1152525" cy="0"/>
          </a:xfrm>
          <a:prstGeom prst="line"/>
          <a:noFill/>
          <a:ln>
            <a:solidFill>
              <a:schemeClr val="tx1"/>
            </a:solidFill>
            <a:miter lim="800000"/>
            <a:tailEnd type="arrow"/>
          </a:ln>
        </p:spPr>
      </p:cxnSp>
      <p:sp>
        <p:nvSpPr>
          <p:cNvPr id="473" name="文本框 10"/>
          <p:cNvSpPr/>
          <p:nvPr/>
        </p:nvSpPr>
        <p:spPr>
          <a:xfrm>
            <a:off x="468313" y="1419225"/>
            <a:ext cx="2732087" cy="5969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600">
                <a:latin typeface="微软雅黑"/>
                <a:ea typeface="微软雅黑"/>
              </a:rPr>
              <a:t>密钥：</a:t>
            </a:r>
            <a:r>
              <a:rPr lang="en-US" sz="1400">
                <a:latin typeface="仿宋"/>
                <a:ea typeface="仿宋"/>
              </a:rPr>
              <a:t>2</a:t>
            </a:r>
            <a:endParaRPr lang="en-US" sz="1400">
              <a:latin typeface="仿宋"/>
              <a:ea typeface="仿宋"/>
            </a:endParaRPr>
          </a:p>
          <a:p>
            <a:pPr marL="0" lvl="0" indent="0"/>
            <a:r>
              <a:rPr lang="zh-CN" sz="1600">
                <a:latin typeface="微软雅黑"/>
                <a:ea typeface="微软雅黑"/>
              </a:rPr>
              <a:t>加密方式：</a:t>
            </a:r>
            <a:r>
              <a:rPr lang="zh-CN" sz="1400">
                <a:latin typeface="仿宋"/>
                <a:ea typeface="仿宋"/>
              </a:rPr>
              <a:t>右移</a:t>
            </a:r>
            <a:r>
              <a:rPr lang="en-US" sz="1400">
                <a:latin typeface="仿宋"/>
                <a:ea typeface="仿宋"/>
              </a:rPr>
              <a:t>n</a:t>
            </a:r>
            <a:r>
              <a:rPr lang="zh-CN" sz="1400">
                <a:latin typeface="仿宋"/>
                <a:ea typeface="仿宋"/>
              </a:rPr>
              <a:t>位</a:t>
            </a:r>
            <a:endParaRPr lang="zh-CN" sz="1400">
              <a:latin typeface="仿宋"/>
              <a:ea typeface="仿宋"/>
            </a:endParaRPr>
          </a:p>
        </p:txBody>
      </p:sp>
      <p:sp>
        <p:nvSpPr>
          <p:cNvPr id="474" name="文本框 11"/>
          <p:cNvSpPr/>
          <p:nvPr/>
        </p:nvSpPr>
        <p:spPr>
          <a:xfrm>
            <a:off x="1763713" y="2282825"/>
            <a:ext cx="436562" cy="2444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ea typeface="黑体"/>
              </a:rPr>
              <a:t>加密</a:t>
            </a:r>
            <a:endParaRPr lang="zh-CN" sz="1000">
              <a:ea typeface="黑体"/>
            </a:endParaRPr>
          </a:p>
        </p:txBody>
      </p:sp>
      <p:sp>
        <p:nvSpPr>
          <p:cNvPr id="475" name="文本框 12"/>
          <p:cNvSpPr/>
          <p:nvPr/>
        </p:nvSpPr>
        <p:spPr>
          <a:xfrm>
            <a:off x="1763713" y="3003550"/>
            <a:ext cx="436562" cy="2444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ea typeface="黑体"/>
              </a:rPr>
              <a:t>解密</a:t>
            </a:r>
            <a:endParaRPr lang="zh-CN" sz="1000">
              <a:ea typeface="黑体"/>
            </a:endParaRPr>
          </a:p>
        </p:txBody>
      </p:sp>
      <p:sp>
        <p:nvSpPr>
          <p:cNvPr id="476" name="文本框 13"/>
          <p:cNvSpPr/>
          <p:nvPr/>
        </p:nvSpPr>
        <p:spPr>
          <a:xfrm>
            <a:off x="3276600" y="2787650"/>
            <a:ext cx="436563" cy="2444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ea typeface="黑体"/>
              </a:rPr>
              <a:t>传输</a:t>
            </a:r>
            <a:endParaRPr lang="zh-CN" sz="1000">
              <a:ea typeface="黑体"/>
            </a:endParaRPr>
          </a:p>
        </p:txBody>
      </p:sp>
      <p:sp>
        <p:nvSpPr>
          <p:cNvPr id="477" name="文本框 14"/>
          <p:cNvSpPr/>
          <p:nvPr/>
        </p:nvSpPr>
        <p:spPr>
          <a:xfrm>
            <a:off x="1619250" y="2571750"/>
            <a:ext cx="1003300" cy="2127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800">
                <a:solidFill>
                  <a:srgbClr val="FF0000"/>
                </a:solidFill>
                <a:latin typeface="仿宋"/>
                <a:ea typeface="仿宋"/>
              </a:rPr>
              <a:t>每个字母右移</a:t>
            </a:r>
            <a:r>
              <a:rPr lang="en-US" sz="800">
                <a:solidFill>
                  <a:srgbClr val="FF0000"/>
                </a:solidFill>
                <a:latin typeface="仿宋"/>
                <a:ea typeface="仿宋"/>
              </a:rPr>
              <a:t>2</a:t>
            </a:r>
            <a:r>
              <a:rPr lang="zh-CN" sz="800">
                <a:solidFill>
                  <a:srgbClr val="FF0000"/>
                </a:solidFill>
                <a:latin typeface="仿宋"/>
                <a:ea typeface="仿宋"/>
              </a:rPr>
              <a:t>位</a:t>
            </a:r>
            <a:endParaRPr lang="zh-CN" sz="800">
              <a:solidFill>
                <a:srgbClr val="FF0000"/>
              </a:solidFill>
              <a:latin typeface="仿宋"/>
              <a:ea typeface="仿宋"/>
            </a:endParaRPr>
          </a:p>
        </p:txBody>
      </p:sp>
      <p:sp>
        <p:nvSpPr>
          <p:cNvPr id="478" name="文本框 15"/>
          <p:cNvSpPr/>
          <p:nvPr/>
        </p:nvSpPr>
        <p:spPr>
          <a:xfrm>
            <a:off x="1619250" y="3292475"/>
            <a:ext cx="1003300" cy="2127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800">
                <a:solidFill>
                  <a:srgbClr val="FF0000"/>
                </a:solidFill>
                <a:latin typeface="仿宋"/>
                <a:ea typeface="仿宋"/>
              </a:rPr>
              <a:t>每个字母右移</a:t>
            </a:r>
            <a:r>
              <a:rPr lang="en-US" sz="800">
                <a:solidFill>
                  <a:srgbClr val="FF0000"/>
                </a:solidFill>
                <a:latin typeface="仿宋"/>
                <a:ea typeface="仿宋"/>
              </a:rPr>
              <a:t>2</a:t>
            </a:r>
            <a:r>
              <a:rPr lang="zh-CN" sz="800">
                <a:solidFill>
                  <a:srgbClr val="FF0000"/>
                </a:solidFill>
                <a:latin typeface="仿宋"/>
                <a:ea typeface="仿宋"/>
              </a:rPr>
              <a:t>位</a:t>
            </a:r>
            <a:endParaRPr lang="zh-CN" sz="800">
              <a:solidFill>
                <a:srgbClr val="FF0000"/>
              </a:solidFill>
              <a:latin typeface="仿宋"/>
              <a:ea typeface="仿宋"/>
            </a:endParaRPr>
          </a:p>
        </p:txBody>
      </p:sp>
      <p:sp>
        <p:nvSpPr>
          <p:cNvPr id="479" name="圆角矩形 17"/>
          <p:cNvSpPr/>
          <p:nvPr/>
        </p:nvSpPr>
        <p:spPr>
          <a:xfrm>
            <a:off x="3851275" y="4371975"/>
            <a:ext cx="1081088" cy="360363"/>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hello</a:t>
            </a:r>
            <a:endParaRPr lang="en-US" sz="1600">
              <a:latin typeface="微软雅黑"/>
              <a:ea typeface="微软雅黑"/>
            </a:endParaRPr>
          </a:p>
        </p:txBody>
      </p:sp>
      <p:sp>
        <p:nvSpPr>
          <p:cNvPr id="480" name="圆角矩形 18"/>
          <p:cNvSpPr/>
          <p:nvPr/>
        </p:nvSpPr>
        <p:spPr>
          <a:xfrm>
            <a:off x="6516688" y="4371975"/>
            <a:ext cx="2322512" cy="360363"/>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000">
                <a:latin typeface="微软雅黑"/>
                <a:ea typeface="微软雅黑"/>
              </a:rPr>
              <a:t>qNgMckY5oxk5oxiWxpZL9g==</a:t>
            </a:r>
            <a:endParaRPr lang="en-US" sz="1000">
              <a:latin typeface="微软雅黑"/>
              <a:ea typeface="微软雅黑"/>
            </a:endParaRPr>
          </a:p>
        </p:txBody>
      </p:sp>
      <p:cxnSp>
        <p:nvCxnSpPr>
          <p:cNvPr id="481" name="直接箭头连接符 19"/>
          <p:cNvCxnSpPr>
            <a:stCxn id="479" idx="3"/>
            <a:endCxn id="480" idx="1"/>
          </p:cNvCxnSpPr>
          <p:nvPr/>
        </p:nvCxnSpPr>
        <p:spPr>
          <a:xfrm>
            <a:off x="4932363" y="4552950"/>
            <a:ext cx="1584325" cy="0"/>
          </a:xfrm>
          <a:prstGeom prst="line"/>
          <a:noFill/>
          <a:ln>
            <a:solidFill>
              <a:schemeClr val="tx1"/>
            </a:solidFill>
            <a:miter lim="800000"/>
            <a:tailEnd type="arrow"/>
          </a:ln>
        </p:spPr>
      </p:cxnSp>
      <p:sp>
        <p:nvSpPr>
          <p:cNvPr id="482" name="文本框 20"/>
          <p:cNvSpPr/>
          <p:nvPr/>
        </p:nvSpPr>
        <p:spPr>
          <a:xfrm>
            <a:off x="5148263" y="4298950"/>
            <a:ext cx="1314450" cy="2873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200">
                <a:latin typeface="微软雅黑"/>
                <a:ea typeface="微软雅黑"/>
              </a:rPr>
              <a:t>AES</a:t>
            </a:r>
            <a:r>
              <a:rPr lang="zh-CN" sz="1200">
                <a:latin typeface="微软雅黑"/>
                <a:ea typeface="微软雅黑"/>
              </a:rPr>
              <a:t>加密 </a:t>
            </a:r>
            <a:r>
              <a:rPr lang="en-US" sz="1200">
                <a:latin typeface="微软雅黑"/>
                <a:ea typeface="微软雅黑"/>
              </a:rPr>
              <a:t>key=2</a:t>
            </a:r>
            <a:endParaRPr lang="en-US" sz="1200">
              <a:latin typeface="微软雅黑"/>
              <a:ea typeface="微软雅黑"/>
            </a:endParaRPr>
          </a:p>
        </p:txBody>
      </p:sp>
      <p:sp>
        <p:nvSpPr>
          <p:cNvPr id="483" name="文本框 24"/>
          <p:cNvSpPr/>
          <p:nvPr/>
        </p:nvSpPr>
        <p:spPr>
          <a:xfrm>
            <a:off x="4860925" y="4587875"/>
            <a:ext cx="1790700" cy="334963"/>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800">
                <a:solidFill>
                  <a:srgbClr val="FF0000"/>
                </a:solidFill>
                <a:latin typeface="仿宋"/>
                <a:ea typeface="仿宋"/>
              </a:rPr>
              <a:t>ECB</a:t>
            </a:r>
            <a:r>
              <a:rPr lang="zh-CN" sz="800">
                <a:solidFill>
                  <a:srgbClr val="FF0000"/>
                </a:solidFill>
                <a:latin typeface="仿宋"/>
                <a:ea typeface="仿宋"/>
              </a:rPr>
              <a:t>模式 填充：</a:t>
            </a:r>
            <a:r>
              <a:rPr lang="en-US" sz="800">
                <a:solidFill>
                  <a:srgbClr val="FF0000"/>
                </a:solidFill>
                <a:latin typeface="仿宋"/>
                <a:ea typeface="仿宋"/>
              </a:rPr>
              <a:t>zeropadding </a:t>
            </a:r>
            <a:r>
              <a:rPr lang="zh-CN" sz="800">
                <a:solidFill>
                  <a:srgbClr val="FF0000"/>
                </a:solidFill>
                <a:latin typeface="仿宋"/>
                <a:ea typeface="仿宋"/>
              </a:rPr>
              <a:t>数据块：</a:t>
            </a:r>
            <a:r>
              <a:rPr lang="en-US" sz="800">
                <a:solidFill>
                  <a:srgbClr val="FF0000"/>
                </a:solidFill>
                <a:latin typeface="仿宋"/>
                <a:ea typeface="仿宋"/>
              </a:rPr>
              <a:t>128</a:t>
            </a:r>
            <a:r>
              <a:rPr lang="zh-CN" sz="800">
                <a:solidFill>
                  <a:srgbClr val="FF0000"/>
                </a:solidFill>
                <a:latin typeface="仿宋"/>
                <a:ea typeface="仿宋"/>
              </a:rPr>
              <a:t>位</a:t>
            </a:r>
            <a:endParaRPr lang="zh-CN" sz="800">
              <a:solidFill>
                <a:srgbClr val="FF0000"/>
              </a:solidFill>
              <a:latin typeface="仿宋"/>
              <a:ea typeface="仿宋"/>
            </a:endParaRPr>
          </a:p>
        </p:txBody>
      </p:sp>
    </p:spTree>
  </p:cSld>
  <p:clrMapOvr>
    <a:masterClrMapping/>
  </p:clrMapOvr>
</p:sld>
</file>

<file path=ppt/slides/slide5.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484" name=""/>
        <p:cNvGrpSpPr/>
        <p:nvPr/>
      </p:nvGrpSpPr>
      <p:grpSpPr>
        <a:xfrm>
          <a:off x="0" y="0"/>
          <a:ext cx="0" cy="0"/>
          <a:chOff x="0" y="0"/>
          <a:chExt cx="0" cy="0"/>
        </a:xfrm>
      </p:grpSpPr>
      <p:sp>
        <p:nvSpPr>
          <p:cNvPr id="485"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FCFE4522-8EB2-4EB7-ACEB-EA2062D48454}" type="slidenum">
              <a:rPr lang="en-US" sz="900">
                <a:solidFill>
                  <a:srgbClr val="898989"/>
                </a:solidFill>
                <a:ea typeface="黑体"/>
              </a:rPr>
              <a:t>5</a:t>
            </a:fld>
            <a:endParaRPr lang="en-US" sz="900">
              <a:solidFill>
                <a:srgbClr val="898989"/>
              </a:solidFill>
              <a:ea typeface="黑体"/>
            </a:endParaRPr>
          </a:p>
        </p:txBody>
      </p:sp>
      <p:sp>
        <p:nvSpPr>
          <p:cNvPr id="486"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非对称加密</a:t>
            </a:r>
            <a:r>
              <a:rPr lang="en-US" sz="3000">
                <a:solidFill>
                  <a:srgbClr val="0070C0"/>
                </a:solidFill>
                <a:latin typeface="微软雅黑"/>
                <a:ea typeface="等线 Light"/>
              </a:rPr>
              <a:t>——</a:t>
            </a:r>
            <a:r>
              <a:rPr lang="zh-CN" sz="3000">
                <a:solidFill>
                  <a:srgbClr val="0070C0"/>
                </a:solidFill>
                <a:latin typeface="微软雅黑"/>
                <a:ea typeface="等线 Light"/>
              </a:rPr>
              <a:t>防窃听</a:t>
            </a:r>
            <a:endParaRPr lang="zh-CN" sz="3000">
              <a:solidFill>
                <a:srgbClr val="0070C0"/>
              </a:solidFill>
              <a:latin typeface="微软雅黑"/>
              <a:ea typeface="等线 Light"/>
            </a:endParaRPr>
          </a:p>
        </p:txBody>
      </p:sp>
      <p:sp>
        <p:nvSpPr>
          <p:cNvPr id="487" name="文本框 3"/>
          <p:cNvSpPr/>
          <p:nvPr/>
        </p:nvSpPr>
        <p:spPr>
          <a:xfrm>
            <a:off x="539750" y="842963"/>
            <a:ext cx="7783513" cy="366712"/>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Char char="•"/>
            </a:pPr>
            <a:r>
              <a:rPr lang="zh-CN">
                <a:solidFill>
                  <a:srgbClr val="FF0000"/>
                </a:solidFill>
                <a:latin typeface="仿宋"/>
                <a:ea typeface="仿宋"/>
              </a:rPr>
              <a:t>非对称密码</a:t>
            </a:r>
            <a:r>
              <a:rPr lang="zh-CN">
                <a:latin typeface="仿宋"/>
                <a:ea typeface="仿宋"/>
              </a:rPr>
              <a:t>是指在加密和解密时使用不同密钥的方式。也叫做</a:t>
            </a:r>
            <a:r>
              <a:rPr lang="zh-CN">
                <a:solidFill>
                  <a:srgbClr val="FF0000"/>
                </a:solidFill>
                <a:latin typeface="仿宋"/>
                <a:ea typeface="仿宋"/>
              </a:rPr>
              <a:t>公钥密码</a:t>
            </a:r>
            <a:r>
              <a:rPr lang="zh-CN">
                <a:latin typeface="仿宋"/>
                <a:ea typeface="仿宋"/>
              </a:rPr>
              <a:t>。</a:t>
            </a:r>
            <a:endParaRPr lang="zh-CN">
              <a:ea typeface="黑体"/>
            </a:endParaRPr>
          </a:p>
        </p:txBody>
      </p:sp>
      <p:sp>
        <p:nvSpPr>
          <p:cNvPr id="488" name="圆角矩形 4"/>
          <p:cNvSpPr/>
          <p:nvPr/>
        </p:nvSpPr>
        <p:spPr>
          <a:xfrm>
            <a:off x="468313" y="2355850"/>
            <a:ext cx="1079500" cy="3587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600">
                <a:latin typeface="微软雅黑"/>
                <a:ea typeface="微软雅黑"/>
              </a:rPr>
              <a:t>储物柜</a:t>
            </a:r>
            <a:endParaRPr lang="zh-CN" sz="1600">
              <a:latin typeface="微软雅黑"/>
              <a:ea typeface="微软雅黑"/>
            </a:endParaRPr>
          </a:p>
        </p:txBody>
      </p:sp>
      <p:sp>
        <p:nvSpPr>
          <p:cNvPr id="489" name="圆角矩形 5"/>
          <p:cNvSpPr/>
          <p:nvPr/>
        </p:nvSpPr>
        <p:spPr>
          <a:xfrm>
            <a:off x="2700338" y="2355850"/>
            <a:ext cx="1079500" cy="3587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600">
                <a:latin typeface="微软雅黑"/>
                <a:ea typeface="微软雅黑"/>
              </a:rPr>
              <a:t>寄存物品</a:t>
            </a:r>
            <a:endParaRPr lang="zh-CN" sz="1600">
              <a:latin typeface="微软雅黑"/>
              <a:ea typeface="微软雅黑"/>
            </a:endParaRPr>
          </a:p>
        </p:txBody>
      </p:sp>
      <p:sp>
        <p:nvSpPr>
          <p:cNvPr id="490" name="圆角矩形 6"/>
          <p:cNvSpPr/>
          <p:nvPr/>
        </p:nvSpPr>
        <p:spPr>
          <a:xfrm>
            <a:off x="2700338" y="3074988"/>
            <a:ext cx="1079500" cy="3603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600">
                <a:latin typeface="微软雅黑"/>
                <a:ea typeface="微软雅黑"/>
              </a:rPr>
              <a:t>储物柜</a:t>
            </a:r>
            <a:endParaRPr lang="zh-CN" sz="1600">
              <a:latin typeface="微软雅黑"/>
              <a:ea typeface="微软雅黑"/>
            </a:endParaRPr>
          </a:p>
        </p:txBody>
      </p:sp>
      <p:sp>
        <p:nvSpPr>
          <p:cNvPr id="491" name="圆角矩形 7"/>
          <p:cNvSpPr/>
          <p:nvPr/>
        </p:nvSpPr>
        <p:spPr>
          <a:xfrm>
            <a:off x="468313" y="3074988"/>
            <a:ext cx="1079500" cy="360362"/>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600">
                <a:latin typeface="微软雅黑"/>
                <a:ea typeface="微软雅黑"/>
              </a:rPr>
              <a:t>取出物品</a:t>
            </a:r>
            <a:endParaRPr lang="zh-CN" sz="1600">
              <a:latin typeface="微软雅黑"/>
              <a:ea typeface="微软雅黑"/>
            </a:endParaRPr>
          </a:p>
        </p:txBody>
      </p:sp>
      <p:cxnSp>
        <p:nvCxnSpPr>
          <p:cNvPr id="492" name="直接箭头连接符 8"/>
          <p:cNvCxnSpPr>
            <a:stCxn id="488" idx="3"/>
            <a:endCxn id="489" idx="1"/>
          </p:cNvCxnSpPr>
          <p:nvPr/>
        </p:nvCxnSpPr>
        <p:spPr>
          <a:xfrm>
            <a:off x="1547813" y="2535238"/>
            <a:ext cx="1152525" cy="0"/>
          </a:xfrm>
          <a:prstGeom prst="line"/>
          <a:noFill/>
          <a:ln>
            <a:solidFill>
              <a:schemeClr val="tx1"/>
            </a:solidFill>
            <a:miter lim="800000"/>
            <a:tailEnd type="arrow"/>
          </a:ln>
        </p:spPr>
      </p:cxnSp>
      <p:cxnSp>
        <p:nvCxnSpPr>
          <p:cNvPr id="493" name="直接箭头连接符 9"/>
          <p:cNvCxnSpPr>
            <a:stCxn id="489" idx="2"/>
            <a:endCxn id="490" idx="0"/>
          </p:cNvCxnSpPr>
          <p:nvPr/>
        </p:nvCxnSpPr>
        <p:spPr>
          <a:xfrm flipH="true">
            <a:off x="3240088" y="2714625"/>
            <a:ext cx="0" cy="360363"/>
          </a:xfrm>
          <a:prstGeom prst="line"/>
          <a:noFill/>
          <a:ln>
            <a:solidFill>
              <a:schemeClr val="tx1"/>
            </a:solidFill>
            <a:miter lim="800000"/>
            <a:tailEnd type="arrow"/>
          </a:ln>
        </p:spPr>
      </p:cxnSp>
      <p:cxnSp>
        <p:nvCxnSpPr>
          <p:cNvPr id="494" name="直接箭头连接符 10"/>
          <p:cNvCxnSpPr>
            <a:stCxn id="490" idx="1"/>
            <a:endCxn id="491" idx="3"/>
          </p:cNvCxnSpPr>
          <p:nvPr/>
        </p:nvCxnSpPr>
        <p:spPr>
          <a:xfrm flipH="true">
            <a:off x="1547813" y="3255963"/>
            <a:ext cx="1152525" cy="0"/>
          </a:xfrm>
          <a:prstGeom prst="line"/>
          <a:noFill/>
          <a:ln>
            <a:solidFill>
              <a:schemeClr val="tx1"/>
            </a:solidFill>
            <a:miter lim="800000"/>
            <a:tailEnd type="arrow"/>
          </a:ln>
        </p:spPr>
      </p:cxnSp>
      <p:sp>
        <p:nvSpPr>
          <p:cNvPr id="495" name="文本框 11"/>
          <p:cNvSpPr/>
          <p:nvPr/>
        </p:nvSpPr>
        <p:spPr>
          <a:xfrm>
            <a:off x="468313" y="1419225"/>
            <a:ext cx="2732087" cy="5969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600">
                <a:latin typeface="微软雅黑"/>
                <a:ea typeface="微软雅黑"/>
              </a:rPr>
              <a:t>加密方式：</a:t>
            </a:r>
            <a:r>
              <a:rPr lang="zh-CN" sz="1400">
                <a:latin typeface="仿宋"/>
                <a:ea typeface="仿宋"/>
              </a:rPr>
              <a:t>投入硬币</a:t>
            </a:r>
            <a:endParaRPr lang="zh-CN" sz="1400">
              <a:latin typeface="仿宋"/>
              <a:ea typeface="仿宋"/>
            </a:endParaRPr>
          </a:p>
          <a:p>
            <a:pPr marL="0" lvl="0" indent="0"/>
            <a:r>
              <a:rPr lang="zh-CN" sz="1600">
                <a:latin typeface="微软雅黑"/>
                <a:ea typeface="微软雅黑"/>
              </a:rPr>
              <a:t>解密方式：</a:t>
            </a:r>
            <a:r>
              <a:rPr lang="zh-CN" sz="1400">
                <a:latin typeface="仿宋"/>
                <a:ea typeface="仿宋"/>
              </a:rPr>
              <a:t>插入钥匙</a:t>
            </a:r>
            <a:endParaRPr lang="zh-CN" sz="1400">
              <a:latin typeface="仿宋"/>
              <a:ea typeface="仿宋"/>
            </a:endParaRPr>
          </a:p>
        </p:txBody>
      </p:sp>
      <p:sp>
        <p:nvSpPr>
          <p:cNvPr id="496" name="文本框 12"/>
          <p:cNvSpPr/>
          <p:nvPr/>
        </p:nvSpPr>
        <p:spPr>
          <a:xfrm>
            <a:off x="1908175" y="2282825"/>
            <a:ext cx="436563" cy="2444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ea typeface="黑体"/>
              </a:rPr>
              <a:t>加密</a:t>
            </a:r>
            <a:endParaRPr lang="zh-CN" sz="1000">
              <a:ea typeface="黑体"/>
            </a:endParaRPr>
          </a:p>
        </p:txBody>
      </p:sp>
      <p:sp>
        <p:nvSpPr>
          <p:cNvPr id="497" name="文本框 13"/>
          <p:cNvSpPr/>
          <p:nvPr/>
        </p:nvSpPr>
        <p:spPr>
          <a:xfrm>
            <a:off x="1908175" y="3003550"/>
            <a:ext cx="436563" cy="2444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ea typeface="黑体"/>
              </a:rPr>
              <a:t>解密</a:t>
            </a:r>
            <a:endParaRPr lang="zh-CN" sz="1000">
              <a:ea typeface="黑体"/>
            </a:endParaRPr>
          </a:p>
        </p:txBody>
      </p:sp>
      <p:sp>
        <p:nvSpPr>
          <p:cNvPr id="498" name="文本框 14"/>
          <p:cNvSpPr/>
          <p:nvPr/>
        </p:nvSpPr>
        <p:spPr>
          <a:xfrm>
            <a:off x="3276600" y="2787650"/>
            <a:ext cx="563563" cy="2444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ea typeface="黑体"/>
              </a:rPr>
              <a:t>逛超市</a:t>
            </a:r>
            <a:endParaRPr lang="zh-CN" sz="1000">
              <a:ea typeface="黑体"/>
            </a:endParaRPr>
          </a:p>
        </p:txBody>
      </p:sp>
      <p:sp>
        <p:nvSpPr>
          <p:cNvPr id="499" name="文本框 15"/>
          <p:cNvSpPr/>
          <p:nvPr/>
        </p:nvSpPr>
        <p:spPr>
          <a:xfrm>
            <a:off x="1619250" y="2498725"/>
            <a:ext cx="1003300" cy="4572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800">
                <a:solidFill>
                  <a:srgbClr val="FF0000"/>
                </a:solidFill>
                <a:latin typeface="仿宋"/>
                <a:ea typeface="仿宋"/>
              </a:rPr>
              <a:t>投入硬币</a:t>
            </a:r>
            <a:endParaRPr lang="zh-CN" sz="800">
              <a:solidFill>
                <a:srgbClr val="FF0000"/>
              </a:solidFill>
              <a:latin typeface="仿宋"/>
              <a:ea typeface="仿宋"/>
            </a:endParaRPr>
          </a:p>
          <a:p>
            <a:pPr marL="0" lvl="0" indent="0"/>
            <a:r>
              <a:rPr lang="zh-CN" sz="800">
                <a:solidFill>
                  <a:srgbClr val="FF0000"/>
                </a:solidFill>
                <a:latin typeface="仿宋"/>
                <a:ea typeface="仿宋"/>
              </a:rPr>
              <a:t>取出钥匙</a:t>
            </a:r>
            <a:endParaRPr lang="zh-CN" sz="800">
              <a:solidFill>
                <a:srgbClr val="FF0000"/>
              </a:solidFill>
              <a:latin typeface="仿宋"/>
              <a:ea typeface="仿宋"/>
            </a:endParaRPr>
          </a:p>
          <a:p>
            <a:pPr marL="0" lvl="0" indent="0"/>
            <a:r>
              <a:rPr lang="zh-CN" sz="800">
                <a:solidFill>
                  <a:srgbClr val="FF0000"/>
                </a:solidFill>
                <a:latin typeface="仿宋"/>
                <a:ea typeface="仿宋"/>
              </a:rPr>
              <a:t>关门</a:t>
            </a:r>
            <a:endParaRPr lang="zh-CN" sz="800">
              <a:solidFill>
                <a:srgbClr val="FF0000"/>
              </a:solidFill>
              <a:latin typeface="仿宋"/>
              <a:ea typeface="仿宋"/>
            </a:endParaRPr>
          </a:p>
        </p:txBody>
      </p:sp>
      <p:sp>
        <p:nvSpPr>
          <p:cNvPr id="500" name="文本框 16"/>
          <p:cNvSpPr/>
          <p:nvPr/>
        </p:nvSpPr>
        <p:spPr>
          <a:xfrm>
            <a:off x="1619250" y="3292475"/>
            <a:ext cx="1003300" cy="2127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800">
                <a:solidFill>
                  <a:srgbClr val="FF0000"/>
                </a:solidFill>
                <a:latin typeface="仿宋"/>
                <a:ea typeface="仿宋"/>
              </a:rPr>
              <a:t>插入钥匙</a:t>
            </a:r>
            <a:endParaRPr lang="zh-CN" sz="800">
              <a:solidFill>
                <a:srgbClr val="FF0000"/>
              </a:solidFill>
              <a:latin typeface="仿宋"/>
              <a:ea typeface="仿宋"/>
            </a:endParaRPr>
          </a:p>
        </p:txBody>
      </p:sp>
      <p:pic>
        <p:nvPicPr>
          <p:cNvPr id="501" name="图片 4"/>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4284663" y="1347788"/>
            <a:ext cx="4210050" cy="2482850"/>
          </a:xfrm>
          <a:prstGeom prst="rect"/>
          <a:noFill/>
          <a:ln>
            <a:noFill/>
            <a:miter lim="800000"/>
          </a:ln>
        </p:spPr>
      </p:pic>
      <p:sp>
        <p:nvSpPr>
          <p:cNvPr id="502" name="文本框 9"/>
          <p:cNvSpPr/>
          <p:nvPr/>
        </p:nvSpPr>
        <p:spPr>
          <a:xfrm>
            <a:off x="323850" y="4443413"/>
            <a:ext cx="2741613" cy="28733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SzPct val="80000"/>
            </a:pPr>
            <a:r>
              <a:rPr lang="zh-CN" sz="1200">
                <a:latin typeface="微软雅黑"/>
                <a:ea typeface="微软雅黑"/>
              </a:rPr>
              <a:t>非对称加密中公钥加密，私钥解密</a:t>
            </a:r>
            <a:endParaRPr lang="zh-CN" sz="1200">
              <a:latin typeface="微软雅黑"/>
              <a:ea typeface="微软雅黑"/>
            </a:endParaRPr>
          </a:p>
        </p:txBody>
      </p:sp>
      <p:sp>
        <p:nvSpPr>
          <p:cNvPr id="503" name="圆角矩形 17"/>
          <p:cNvSpPr/>
          <p:nvPr/>
        </p:nvSpPr>
        <p:spPr>
          <a:xfrm>
            <a:off x="2844800" y="4156075"/>
            <a:ext cx="1079500" cy="3587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latin typeface="微软雅黑"/>
                <a:ea typeface="微软雅黑"/>
              </a:rPr>
              <a:t>hello</a:t>
            </a:r>
            <a:endParaRPr lang="en-US" sz="1600">
              <a:latin typeface="微软雅黑"/>
              <a:ea typeface="微软雅黑"/>
            </a:endParaRPr>
          </a:p>
        </p:txBody>
      </p:sp>
      <p:sp>
        <p:nvSpPr>
          <p:cNvPr id="504" name="圆角矩形 18"/>
          <p:cNvSpPr/>
          <p:nvPr/>
        </p:nvSpPr>
        <p:spPr>
          <a:xfrm>
            <a:off x="6588125" y="4156075"/>
            <a:ext cx="2322513" cy="35877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800">
                <a:latin typeface="微软雅黑"/>
                <a:ea typeface="微软雅黑"/>
              </a:rPr>
              <a:t>XHKZlu+fSQy9MOEqw/VwTHlcyt3EzAJPnkB5dSCBeg8zx+TqdklhZDGNzagmgLiWjAF6NcAk3rpnuXnQRDcJwA==</a:t>
            </a:r>
            <a:endParaRPr lang="en-US" sz="800">
              <a:latin typeface="微软雅黑"/>
              <a:ea typeface="微软雅黑"/>
            </a:endParaRPr>
          </a:p>
        </p:txBody>
      </p:sp>
      <p:cxnSp>
        <p:nvCxnSpPr>
          <p:cNvPr id="505" name="直接箭头连接符 19"/>
          <p:cNvCxnSpPr>
            <a:stCxn id="503" idx="3"/>
            <a:endCxn id="504" idx="1"/>
          </p:cNvCxnSpPr>
          <p:nvPr/>
        </p:nvCxnSpPr>
        <p:spPr>
          <a:xfrm>
            <a:off x="3924300" y="4335463"/>
            <a:ext cx="2663825" cy="0"/>
          </a:xfrm>
          <a:prstGeom prst="line"/>
          <a:noFill/>
          <a:ln>
            <a:solidFill>
              <a:schemeClr val="tx1"/>
            </a:solidFill>
            <a:miter lim="800000"/>
            <a:tailEnd type="arrow"/>
          </a:ln>
        </p:spPr>
      </p:cxnSp>
      <p:sp>
        <p:nvSpPr>
          <p:cNvPr id="506" name="文本框 20"/>
          <p:cNvSpPr/>
          <p:nvPr/>
        </p:nvSpPr>
        <p:spPr>
          <a:xfrm>
            <a:off x="3857625" y="3795713"/>
            <a:ext cx="2787650" cy="57626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200">
                <a:latin typeface="微软雅黑"/>
                <a:ea typeface="微软雅黑"/>
              </a:rPr>
              <a:t>RSA</a:t>
            </a:r>
            <a:r>
              <a:rPr lang="zh-CN" sz="1200">
                <a:latin typeface="微软雅黑"/>
                <a:ea typeface="微软雅黑"/>
              </a:rPr>
              <a:t>加密 </a:t>
            </a:r>
            <a:endParaRPr lang="zh-CN" sz="1200">
              <a:latin typeface="微软雅黑"/>
              <a:ea typeface="微软雅黑"/>
            </a:endParaRPr>
          </a:p>
          <a:p>
            <a:pPr marL="0" lvl="0" indent="0"/>
            <a:r>
              <a:rPr lang="en-US" sz="700" b="true">
                <a:latin typeface="微软雅黑"/>
                <a:ea typeface="微软雅黑"/>
              </a:rPr>
              <a:t>pubkey</a:t>
            </a:r>
            <a:r>
              <a:rPr lang="en-US" sz="700">
                <a:latin typeface="微软雅黑"/>
                <a:ea typeface="微软雅黑"/>
              </a:rPr>
              <a:t>=</a:t>
            </a:r>
            <a:r>
              <a:rPr lang="en-US" sz="600">
                <a:latin typeface="微软雅黑"/>
                <a:ea typeface="微软雅黑"/>
              </a:rPr>
              <a:t>MFwwDQYJKoZIhvcNAQEBBQADSwAwSAJBAILiIzvZ/QusSx0EAd+hPXI1WBOTeeRV6SFgs+NpK/LasOd+whmHEimebLDIiauMCNNZRu9kh378yajZ4fbMpnUCAwEAAQ==</a:t>
            </a:r>
            <a:endParaRPr lang="en-US" sz="600">
              <a:latin typeface="微软雅黑"/>
              <a:ea typeface="微软雅黑"/>
            </a:endParaRPr>
          </a:p>
        </p:txBody>
      </p:sp>
      <p:cxnSp>
        <p:nvCxnSpPr>
          <p:cNvPr id="507" name="肘形连接符 21"/>
          <p:cNvCxnSpPr>
            <a:stCxn id="504" idx="2"/>
            <a:endCxn id="503" idx="2"/>
          </p:cNvCxnSpPr>
          <p:nvPr/>
        </p:nvCxnSpPr>
        <p:spPr>
          <a:xfrm rot="5400000">
            <a:off x="5567363" y="2332038"/>
            <a:ext cx="3175" cy="4365625"/>
          </a:xfrm>
          <a:prstGeom prst="bentConnector3">
            <a:avLst>
              <a:gd name="adj1" fmla="val 7550000"/>
            </a:avLst>
          </a:prstGeom>
          <a:noFill/>
          <a:ln>
            <a:solidFill>
              <a:srgbClr val="FFC000"/>
            </a:solidFill>
            <a:round/>
            <a:tailEnd type="arrow"/>
          </a:ln>
        </p:spPr>
      </p:cxnSp>
      <p:sp>
        <p:nvSpPr>
          <p:cNvPr id="508" name="文本框 22"/>
          <p:cNvSpPr/>
          <p:nvPr/>
        </p:nvSpPr>
        <p:spPr>
          <a:xfrm>
            <a:off x="5076825" y="4514850"/>
            <a:ext cx="512763" cy="2873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a:solidFill>
                  <a:srgbClr val="FFC000"/>
                </a:solidFill>
                <a:latin typeface="微软雅黑"/>
                <a:ea typeface="微软雅黑"/>
              </a:rPr>
              <a:t>解密</a:t>
            </a:r>
            <a:endParaRPr lang="zh-CN" sz="1200">
              <a:solidFill>
                <a:srgbClr val="FFC000"/>
              </a:solidFill>
              <a:latin typeface="微软雅黑"/>
              <a:ea typeface="微软雅黑"/>
            </a:endParaRPr>
          </a:p>
        </p:txBody>
      </p:sp>
      <p:sp>
        <p:nvSpPr>
          <p:cNvPr id="509" name="文本框 23"/>
          <p:cNvSpPr/>
          <p:nvPr/>
        </p:nvSpPr>
        <p:spPr>
          <a:xfrm>
            <a:off x="3348038" y="4732338"/>
            <a:ext cx="5272087" cy="43338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700" b="true">
                <a:latin typeface="微软雅黑"/>
                <a:ea typeface="微软雅黑"/>
              </a:rPr>
              <a:t>prikey=</a:t>
            </a:r>
            <a:r>
              <a:rPr lang="en-US" sz="500">
                <a:latin typeface="微软雅黑"/>
                <a:ea typeface="微软雅黑"/>
              </a:rPr>
              <a:t>MIIBOgIBAAJBAILiIzvZ/QusSx0EAd+hPXI1WBOTeeRV6SFgs+NpK/LasOd+whmHEimebLDIiauMCNNZRu9kh378yajZ4fbMpnUCAwEAAQJAHgjEqxRf5BDaf8MOpwG6Nv4UwxFBlGs+f0FQpmvZAPZoRQAmbfeBU0yj6/AQJYkb0J8k4CdJbvmBTZcgMuYnFQIhALg+PdYL4cjzS3XpWh9n0X/xHB91CLQjM9/+eL4J7Io/AiEAtdu3yEDQ7Szk7WgoOvL4UfCj+mXGnT1mnuJtTESaWksCIAsDBVUevq7xA6iXeuB3pwjbk0+6AfwqQnZ30iWhmDanAiASg5viNzcN7lQgF0qBNdsx/F21UEc4GtgntMWLzjAooQIhAI+098/d8KWg+wSYmlxOk4lNUml1sZf12Ctnv+dDORwr</a:t>
            </a:r>
            <a:endParaRPr lang="en-US" sz="500">
              <a:latin typeface="微软雅黑"/>
              <a:ea typeface="微软雅黑"/>
            </a:endParaRPr>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510" name=""/>
        <p:cNvGrpSpPr/>
        <p:nvPr/>
      </p:nvGrpSpPr>
      <p:grpSpPr>
        <a:xfrm>
          <a:off x="0" y="0"/>
          <a:ext cx="0" cy="0"/>
          <a:chOff x="0" y="0"/>
          <a:chExt cx="0" cy="0"/>
        </a:xfrm>
      </p:grpSpPr>
      <p:sp>
        <p:nvSpPr>
          <p:cNvPr id="511"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2F6C908F-1CFE-49B0-B06C-B0DDBA9F956C}" type="slidenum">
              <a:rPr lang="en-US" sz="900">
                <a:solidFill>
                  <a:srgbClr val="898989"/>
                </a:solidFill>
                <a:ea typeface="黑体"/>
              </a:rPr>
              <a:t>6</a:t>
            </a:fld>
            <a:endParaRPr lang="en-US" sz="900">
              <a:solidFill>
                <a:srgbClr val="898989"/>
              </a:solidFill>
              <a:ea typeface="黑体"/>
            </a:endParaRPr>
          </a:p>
        </p:txBody>
      </p:sp>
      <p:sp>
        <p:nvSpPr>
          <p:cNvPr id="512"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数字签名</a:t>
            </a:r>
            <a:r>
              <a:rPr lang="en-US" sz="3000">
                <a:solidFill>
                  <a:srgbClr val="0070C0"/>
                </a:solidFill>
                <a:latin typeface="微软雅黑"/>
                <a:ea typeface="等线 Light"/>
              </a:rPr>
              <a:t>——</a:t>
            </a:r>
            <a:r>
              <a:rPr lang="zh-CN" sz="3000">
                <a:solidFill>
                  <a:srgbClr val="0070C0"/>
                </a:solidFill>
                <a:latin typeface="微软雅黑"/>
                <a:ea typeface="等线 Light"/>
              </a:rPr>
              <a:t>消息认证</a:t>
            </a:r>
            <a:endParaRPr lang="zh-CN" sz="3000">
              <a:solidFill>
                <a:srgbClr val="0070C0"/>
              </a:solidFill>
              <a:latin typeface="微软雅黑"/>
              <a:ea typeface="等线 Light"/>
            </a:endParaRPr>
          </a:p>
        </p:txBody>
      </p:sp>
      <p:sp>
        <p:nvSpPr>
          <p:cNvPr id="513" name="文本框 19"/>
          <p:cNvSpPr/>
          <p:nvPr/>
        </p:nvSpPr>
        <p:spPr>
          <a:xfrm>
            <a:off x="347663" y="665163"/>
            <a:ext cx="5762625" cy="9239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Char char="•"/>
            </a:pPr>
            <a:r>
              <a:rPr lang="zh-CN">
                <a:latin typeface="仿宋"/>
                <a:ea typeface="仿宋"/>
              </a:rPr>
              <a:t>消息用</a:t>
            </a:r>
            <a:r>
              <a:rPr lang="en-US">
                <a:latin typeface="仿宋"/>
                <a:ea typeface="仿宋"/>
              </a:rPr>
              <a:t>Hash</a:t>
            </a:r>
            <a:r>
              <a:rPr lang="zh-CN">
                <a:latin typeface="仿宋"/>
                <a:ea typeface="仿宋"/>
              </a:rPr>
              <a:t>获取数字摘要</a:t>
            </a:r>
            <a:endParaRPr lang="en-US">
              <a:latin typeface="仿宋"/>
              <a:ea typeface="仿宋"/>
            </a:endParaRPr>
          </a:p>
          <a:p>
            <a:pPr marL="285750" lvl="0" indent="-285750">
              <a:buChar char="•"/>
            </a:pPr>
            <a:r>
              <a:rPr lang="zh-CN">
                <a:latin typeface="仿宋"/>
                <a:ea typeface="仿宋"/>
              </a:rPr>
              <a:t>用</a:t>
            </a:r>
            <a:r>
              <a:rPr lang="zh-CN">
                <a:solidFill>
                  <a:srgbClr val="FF0000"/>
                </a:solidFill>
                <a:latin typeface="仿宋"/>
                <a:ea typeface="仿宋"/>
              </a:rPr>
              <a:t>私钥加密摘要</a:t>
            </a:r>
            <a:r>
              <a:rPr lang="zh-CN">
                <a:latin typeface="仿宋"/>
                <a:ea typeface="仿宋"/>
              </a:rPr>
              <a:t>生成签名</a:t>
            </a:r>
            <a:endParaRPr lang="en-US">
              <a:latin typeface="仿宋"/>
              <a:ea typeface="仿宋"/>
            </a:endParaRPr>
          </a:p>
          <a:p>
            <a:pPr marL="285750" lvl="0" indent="-285750">
              <a:buChar char="•"/>
            </a:pPr>
            <a:r>
              <a:rPr lang="zh-CN">
                <a:latin typeface="仿宋"/>
                <a:ea typeface="仿宋"/>
              </a:rPr>
              <a:t>用</a:t>
            </a:r>
            <a:r>
              <a:rPr lang="zh-CN">
                <a:solidFill>
                  <a:srgbClr val="FF0000"/>
                </a:solidFill>
                <a:latin typeface="仿宋"/>
                <a:ea typeface="仿宋"/>
              </a:rPr>
              <a:t>公钥解密摘要</a:t>
            </a:r>
            <a:r>
              <a:rPr lang="zh-CN">
                <a:latin typeface="仿宋"/>
                <a:ea typeface="仿宋"/>
              </a:rPr>
              <a:t>验证签名</a:t>
            </a:r>
            <a:endParaRPr lang="zh-CN">
              <a:latin typeface="仿宋"/>
              <a:ea typeface="仿宋"/>
            </a:endParaRPr>
          </a:p>
        </p:txBody>
      </p:sp>
      <p:sp>
        <p:nvSpPr>
          <p:cNvPr id="514" name="文本框 2"/>
          <p:cNvSpPr/>
          <p:nvPr/>
        </p:nvSpPr>
        <p:spPr>
          <a:xfrm>
            <a:off x="468313" y="1708150"/>
            <a:ext cx="1952625" cy="12080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a:latin typeface="微软雅黑"/>
                <a:ea typeface="黑体"/>
              </a:rPr>
              <a:t>认证条件：</a:t>
            </a:r>
            <a:endParaRPr lang="en-US">
              <a:latin typeface="微软雅黑"/>
              <a:ea typeface="黑体"/>
            </a:endParaRPr>
          </a:p>
          <a:p>
            <a:pPr marL="0" lvl="0" indent="0">
              <a:buChar char="Ø"/>
            </a:pPr>
            <a:r>
              <a:rPr lang="en-US">
                <a:latin typeface="Songti SC"/>
                <a:ea typeface="Songti SC"/>
              </a:rPr>
              <a:t>防篡改</a:t>
            </a:r>
            <a:endParaRPr lang="en-US">
              <a:latin typeface="Songti SC"/>
              <a:ea typeface="Songti SC"/>
            </a:endParaRPr>
          </a:p>
          <a:p>
            <a:pPr marL="0" lvl="0" indent="0">
              <a:buChar char="Ø"/>
            </a:pPr>
            <a:r>
              <a:rPr lang="en-US"/>
              <a:t>防伪装</a:t>
            </a:r>
            <a:endParaRPr lang="en-US"/>
          </a:p>
          <a:p>
            <a:pPr marL="0" lvl="0" indent="0">
              <a:buChar char="Ø"/>
            </a:pPr>
            <a:r>
              <a:rPr lang="en-US"/>
              <a:t>防否认</a:t>
            </a:r>
            <a:endParaRPr lang="en-US"/>
          </a:p>
        </p:txBody>
      </p:sp>
      <p:sp>
        <p:nvSpPr>
          <p:cNvPr id="515" name="圆角矩形 3"/>
          <p:cNvSpPr/>
          <p:nvPr/>
        </p:nvSpPr>
        <p:spPr>
          <a:xfrm>
            <a:off x="3563938" y="1465263"/>
            <a:ext cx="2139950" cy="371475"/>
          </a:xfrm>
          <a:prstGeom prst="roundRect">
            <a:avLst>
              <a:gd name="adj" fmla="val 16667"/>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FontTx/>
            </a:pPr>
            <a:r>
              <a:rPr lang="en-US" sz="1200">
                <a:solidFill>
                  <a:srgbClr val="000000"/>
                </a:solidFill>
                <a:latin typeface="微软雅黑"/>
                <a:ea typeface="微软雅黑"/>
              </a:rPr>
              <a:t>teemo</a:t>
            </a:r>
            <a:r>
              <a:rPr lang="en-US" sz="1200">
                <a:solidFill>
                  <a:srgbClr val="000000"/>
                </a:solidFill>
                <a:latin typeface="微软雅黑"/>
                <a:ea typeface="微软雅黑"/>
              </a:rPr>
              <a:t>给</a:t>
            </a:r>
            <a:r>
              <a:rPr lang="en-US" sz="1200">
                <a:solidFill>
                  <a:srgbClr val="000000"/>
                </a:solidFill>
                <a:latin typeface="微软雅黑"/>
                <a:ea typeface="微软雅黑"/>
              </a:rPr>
              <a:t>alice </a:t>
            </a:r>
            <a:r>
              <a:rPr lang="en-US" sz="1200">
                <a:solidFill>
                  <a:srgbClr val="000000"/>
                </a:solidFill>
                <a:latin typeface="微软雅黑"/>
                <a:ea typeface="微软雅黑"/>
              </a:rPr>
              <a:t>转账</a:t>
            </a:r>
            <a:r>
              <a:rPr lang="en-US" sz="1200">
                <a:solidFill>
                  <a:srgbClr val="000000"/>
                </a:solidFill>
                <a:latin typeface="微软雅黑"/>
                <a:ea typeface="微软雅黑"/>
              </a:rPr>
              <a:t>100</a:t>
            </a:r>
            <a:r>
              <a:rPr lang="en-US" sz="1200">
                <a:solidFill>
                  <a:srgbClr val="000000"/>
                </a:solidFill>
                <a:latin typeface="微软雅黑"/>
                <a:ea typeface="微软雅黑"/>
              </a:rPr>
              <a:t>块钱</a:t>
            </a:r>
            <a:endParaRPr lang="en-US" sz="1200">
              <a:solidFill>
                <a:srgbClr val="000000"/>
              </a:solidFill>
              <a:latin typeface="微软雅黑"/>
              <a:ea typeface="微软雅黑"/>
            </a:endParaRPr>
          </a:p>
        </p:txBody>
      </p:sp>
      <p:sp>
        <p:nvSpPr>
          <p:cNvPr id="516" name="圆角矩形 5"/>
          <p:cNvSpPr/>
          <p:nvPr/>
        </p:nvSpPr>
        <p:spPr>
          <a:xfrm>
            <a:off x="6229350" y="889000"/>
            <a:ext cx="935038" cy="287338"/>
          </a:xfrm>
          <a:prstGeom prst="roundRect">
            <a:avLst>
              <a:gd name="adj" fmla="val 16667"/>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000">
                <a:solidFill>
                  <a:srgbClr val="000000"/>
                </a:solidFill>
                <a:latin typeface="微软雅黑"/>
              </a:rPr>
              <a:t>只转</a:t>
            </a:r>
            <a:r>
              <a:rPr lang="en-US" sz="1000">
                <a:solidFill>
                  <a:srgbClr val="000000"/>
                </a:solidFill>
                <a:latin typeface="微软雅黑"/>
              </a:rPr>
              <a:t>100</a:t>
            </a:r>
            <a:endParaRPr lang="en-US" sz="1000">
              <a:solidFill>
                <a:srgbClr val="000000"/>
              </a:solidFill>
              <a:latin typeface="微软雅黑"/>
            </a:endParaRPr>
          </a:p>
        </p:txBody>
      </p:sp>
      <p:sp>
        <p:nvSpPr>
          <p:cNvPr id="517" name="圆角矩形 7"/>
          <p:cNvSpPr/>
          <p:nvPr/>
        </p:nvSpPr>
        <p:spPr>
          <a:xfrm>
            <a:off x="6229350" y="1506538"/>
            <a:ext cx="935038" cy="287337"/>
          </a:xfrm>
          <a:prstGeom prst="roundRect">
            <a:avLst>
              <a:gd name="adj" fmla="val 16667"/>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000">
                <a:solidFill>
                  <a:srgbClr val="000000"/>
                </a:solidFill>
                <a:latin typeface="微软雅黑"/>
              </a:rPr>
              <a:t>发送者不为第三方</a:t>
            </a:r>
            <a:endParaRPr lang="en-US" sz="1000">
              <a:solidFill>
                <a:srgbClr val="000000"/>
              </a:solidFill>
              <a:latin typeface="微软雅黑"/>
            </a:endParaRPr>
          </a:p>
        </p:txBody>
      </p:sp>
      <p:sp>
        <p:nvSpPr>
          <p:cNvPr id="518" name="圆角矩形 8"/>
          <p:cNvSpPr/>
          <p:nvPr/>
        </p:nvSpPr>
        <p:spPr>
          <a:xfrm>
            <a:off x="6229350" y="2041525"/>
            <a:ext cx="935038" cy="287338"/>
          </a:xfrm>
          <a:prstGeom prst="roundRect">
            <a:avLst>
              <a:gd name="adj" fmla="val 16667"/>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000">
                <a:solidFill>
                  <a:srgbClr val="000000"/>
                </a:solidFill>
                <a:latin typeface="微软雅黑"/>
              </a:rPr>
              <a:t>发送人为</a:t>
            </a:r>
            <a:r>
              <a:rPr lang="en-US" sz="1000">
                <a:solidFill>
                  <a:srgbClr val="000000"/>
                </a:solidFill>
                <a:latin typeface="微软雅黑"/>
              </a:rPr>
              <a:t>teemo</a:t>
            </a:r>
            <a:endParaRPr lang="en-US" sz="1000">
              <a:solidFill>
                <a:srgbClr val="000000"/>
              </a:solidFill>
              <a:latin typeface="微软雅黑"/>
            </a:endParaRPr>
          </a:p>
        </p:txBody>
      </p:sp>
      <p:cxnSp>
        <p:nvCxnSpPr>
          <p:cNvPr id="519" name="直接箭头连接符 9"/>
          <p:cNvCxnSpPr>
            <a:stCxn id="515" idx="3"/>
            <a:endCxn id="516" idx="1"/>
          </p:cNvCxnSpPr>
          <p:nvPr/>
        </p:nvCxnSpPr>
        <p:spPr>
          <a:xfrm flipV="true">
            <a:off x="5703888" y="1033463"/>
            <a:ext cx="525462" cy="617537"/>
          </a:xfrm>
          <a:prstGeom prst="line"/>
          <a:noFill/>
          <a:ln w="12700">
            <a:solidFill>
              <a:schemeClr val="tx1"/>
            </a:solidFill>
            <a:miter lim="800000"/>
            <a:tailEnd type="arrow"/>
          </a:ln>
        </p:spPr>
      </p:cxnSp>
      <p:sp>
        <p:nvSpPr>
          <p:cNvPr id="520" name="文本框 10"/>
          <p:cNvSpPr/>
          <p:nvPr/>
        </p:nvSpPr>
        <p:spPr>
          <a:xfrm>
            <a:off x="5508625" y="1033463"/>
            <a:ext cx="593725" cy="24288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solidFill>
                  <a:srgbClr val="FF0000"/>
                </a:solidFill>
                <a:ea typeface="黑体"/>
              </a:rPr>
              <a:t>防篡改</a:t>
            </a:r>
            <a:endParaRPr lang="zh-CN" sz="1000">
              <a:solidFill>
                <a:srgbClr val="FF0000"/>
              </a:solidFill>
              <a:ea typeface="黑体"/>
            </a:endParaRPr>
          </a:p>
        </p:txBody>
      </p:sp>
      <p:cxnSp>
        <p:nvCxnSpPr>
          <p:cNvPr id="521" name="直接箭头连接符 11"/>
          <p:cNvCxnSpPr>
            <a:stCxn id="515" idx="3"/>
            <a:endCxn id="517" idx="1"/>
          </p:cNvCxnSpPr>
          <p:nvPr/>
        </p:nvCxnSpPr>
        <p:spPr>
          <a:xfrm>
            <a:off x="5703888" y="1651000"/>
            <a:ext cx="525462" cy="0"/>
          </a:xfrm>
          <a:prstGeom prst="line"/>
          <a:noFill/>
          <a:ln w="12700">
            <a:solidFill>
              <a:schemeClr val="tx1"/>
            </a:solidFill>
            <a:miter lim="800000"/>
            <a:tailEnd type="arrow"/>
          </a:ln>
        </p:spPr>
      </p:cxnSp>
      <p:sp>
        <p:nvSpPr>
          <p:cNvPr id="522" name="右箭头 12"/>
          <p:cNvSpPr/>
          <p:nvPr/>
        </p:nvSpPr>
        <p:spPr>
          <a:xfrm>
            <a:off x="7237413" y="889000"/>
            <a:ext cx="215900" cy="288925"/>
          </a:xfrm>
          <a:prstGeom prst="rightArrow">
            <a:avLst>
              <a:gd name="adj1" fmla="val 50000"/>
              <a:gd name="adj2" fmla="val 50000"/>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000000"/>
              </a:solidFill>
              <a:latin typeface="微软雅黑"/>
              <a:ea typeface="微软雅黑"/>
            </a:endParaRPr>
          </a:p>
        </p:txBody>
      </p:sp>
      <p:sp>
        <p:nvSpPr>
          <p:cNvPr id="523" name="文本框 13"/>
          <p:cNvSpPr/>
          <p:nvPr/>
        </p:nvSpPr>
        <p:spPr>
          <a:xfrm>
            <a:off x="7524750" y="889000"/>
            <a:ext cx="1214438" cy="2873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a:latin typeface="微软雅黑"/>
                <a:ea typeface="微软雅黑"/>
              </a:rPr>
              <a:t>单向散列</a:t>
            </a:r>
            <a:r>
              <a:rPr lang="en-US" sz="1200">
                <a:latin typeface="微软雅黑"/>
                <a:ea typeface="微软雅黑"/>
              </a:rPr>
              <a:t>Hash</a:t>
            </a:r>
            <a:endParaRPr lang="en-US" sz="1200">
              <a:latin typeface="微软雅黑"/>
              <a:ea typeface="微软雅黑"/>
            </a:endParaRPr>
          </a:p>
        </p:txBody>
      </p:sp>
      <p:sp>
        <p:nvSpPr>
          <p:cNvPr id="524" name="右箭头 14"/>
          <p:cNvSpPr/>
          <p:nvPr/>
        </p:nvSpPr>
        <p:spPr>
          <a:xfrm>
            <a:off x="7237413" y="1506538"/>
            <a:ext cx="215900" cy="288925"/>
          </a:xfrm>
          <a:prstGeom prst="rightArrow">
            <a:avLst>
              <a:gd name="adj1" fmla="val 50000"/>
              <a:gd name="adj2" fmla="val 50000"/>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000000"/>
              </a:solidFill>
              <a:latin typeface="微软雅黑"/>
              <a:ea typeface="微软雅黑"/>
            </a:endParaRPr>
          </a:p>
        </p:txBody>
      </p:sp>
      <p:sp>
        <p:nvSpPr>
          <p:cNvPr id="525" name="文本框 15"/>
          <p:cNvSpPr/>
          <p:nvPr/>
        </p:nvSpPr>
        <p:spPr>
          <a:xfrm>
            <a:off x="7453313" y="1506538"/>
            <a:ext cx="1430337" cy="28733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200">
                <a:latin typeface="微软雅黑"/>
                <a:ea typeface="微软雅黑"/>
              </a:rPr>
              <a:t>Hash+</a:t>
            </a:r>
            <a:r>
              <a:rPr lang="zh-CN" sz="1200">
                <a:latin typeface="微软雅黑"/>
                <a:ea typeface="微软雅黑"/>
              </a:rPr>
              <a:t>对称加密</a:t>
            </a:r>
            <a:endParaRPr lang="zh-CN" sz="1200">
              <a:latin typeface="微软雅黑"/>
              <a:ea typeface="微软雅黑"/>
            </a:endParaRPr>
          </a:p>
        </p:txBody>
      </p:sp>
      <p:cxnSp>
        <p:nvCxnSpPr>
          <p:cNvPr id="526" name="直接箭头连接符 16"/>
          <p:cNvCxnSpPr>
            <a:stCxn id="515" idx="3"/>
            <a:endCxn id="518" idx="1"/>
          </p:cNvCxnSpPr>
          <p:nvPr/>
        </p:nvCxnSpPr>
        <p:spPr>
          <a:xfrm>
            <a:off x="5703888" y="1651000"/>
            <a:ext cx="525462" cy="534988"/>
          </a:xfrm>
          <a:prstGeom prst="line"/>
          <a:noFill/>
          <a:ln w="12700">
            <a:solidFill>
              <a:schemeClr val="tx1"/>
            </a:solidFill>
            <a:miter lim="800000"/>
            <a:tailEnd type="arrow"/>
          </a:ln>
        </p:spPr>
      </p:cxnSp>
      <p:sp>
        <p:nvSpPr>
          <p:cNvPr id="527" name="文本框 17"/>
          <p:cNvSpPr/>
          <p:nvPr/>
        </p:nvSpPr>
        <p:spPr>
          <a:xfrm>
            <a:off x="5724525" y="1392238"/>
            <a:ext cx="593725" cy="2444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solidFill>
                  <a:srgbClr val="FF0000"/>
                </a:solidFill>
                <a:ea typeface="黑体"/>
              </a:rPr>
              <a:t>防伪装</a:t>
            </a:r>
            <a:endParaRPr lang="zh-CN" sz="1000">
              <a:solidFill>
                <a:srgbClr val="FF0000"/>
              </a:solidFill>
              <a:ea typeface="黑体"/>
            </a:endParaRPr>
          </a:p>
        </p:txBody>
      </p:sp>
      <p:sp>
        <p:nvSpPr>
          <p:cNvPr id="528" name="文本框 18"/>
          <p:cNvSpPr/>
          <p:nvPr/>
        </p:nvSpPr>
        <p:spPr>
          <a:xfrm>
            <a:off x="5580063" y="1968500"/>
            <a:ext cx="593725" cy="2444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solidFill>
                  <a:srgbClr val="FF0000"/>
                </a:solidFill>
                <a:ea typeface="黑体"/>
              </a:rPr>
              <a:t>防否认</a:t>
            </a:r>
            <a:endParaRPr lang="zh-CN" sz="1000">
              <a:solidFill>
                <a:srgbClr val="FF0000"/>
              </a:solidFill>
              <a:ea typeface="黑体"/>
            </a:endParaRPr>
          </a:p>
        </p:txBody>
      </p:sp>
      <p:sp>
        <p:nvSpPr>
          <p:cNvPr id="529" name="右箭头 19"/>
          <p:cNvSpPr/>
          <p:nvPr/>
        </p:nvSpPr>
        <p:spPr>
          <a:xfrm>
            <a:off x="7237413" y="2039938"/>
            <a:ext cx="215900" cy="288925"/>
          </a:xfrm>
          <a:prstGeom prst="rightArrow">
            <a:avLst>
              <a:gd name="adj1" fmla="val 50000"/>
              <a:gd name="adj2" fmla="val 50000"/>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000000"/>
              </a:solidFill>
              <a:latin typeface="微软雅黑"/>
              <a:ea typeface="微软雅黑"/>
            </a:endParaRPr>
          </a:p>
        </p:txBody>
      </p:sp>
      <p:sp>
        <p:nvSpPr>
          <p:cNvPr id="530" name="文本框 20"/>
          <p:cNvSpPr/>
          <p:nvPr/>
        </p:nvSpPr>
        <p:spPr>
          <a:xfrm>
            <a:off x="7453313" y="2041525"/>
            <a:ext cx="1460500" cy="2873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200">
                <a:latin typeface="微软雅黑"/>
                <a:ea typeface="微软雅黑"/>
              </a:rPr>
              <a:t>Hash+</a:t>
            </a:r>
            <a:r>
              <a:rPr lang="zh-CN" sz="1200" b="true">
                <a:solidFill>
                  <a:srgbClr val="FF0000"/>
                </a:solidFill>
                <a:latin typeface="微软雅黑"/>
                <a:ea typeface="微软雅黑"/>
              </a:rPr>
              <a:t>私钥加密？</a:t>
            </a:r>
            <a:endParaRPr lang="zh-CN" sz="1200" b="true">
              <a:solidFill>
                <a:srgbClr val="FF0000"/>
              </a:solidFill>
              <a:latin typeface="微软雅黑"/>
              <a:ea typeface="微软雅黑"/>
            </a:endParaRPr>
          </a:p>
        </p:txBody>
      </p:sp>
      <p:sp>
        <p:nvSpPr>
          <p:cNvPr id="531" name="圆角矩形 21"/>
          <p:cNvSpPr/>
          <p:nvPr/>
        </p:nvSpPr>
        <p:spPr>
          <a:xfrm>
            <a:off x="539750" y="3363913"/>
            <a:ext cx="1008063" cy="503237"/>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800">
                <a:latin typeface="微软雅黑"/>
                <a:ea typeface="微软雅黑"/>
              </a:rPr>
              <a:t>teemo</a:t>
            </a:r>
            <a:r>
              <a:rPr lang="zh-CN" sz="800">
                <a:latin typeface="微软雅黑"/>
                <a:ea typeface="微软雅黑"/>
              </a:rPr>
              <a:t>用自己的私钥进行签名</a:t>
            </a:r>
            <a:endParaRPr lang="zh-CN" sz="800">
              <a:latin typeface="微软雅黑"/>
              <a:ea typeface="微软雅黑"/>
            </a:endParaRPr>
          </a:p>
        </p:txBody>
      </p:sp>
      <p:sp>
        <p:nvSpPr>
          <p:cNvPr id="532" name="圆角矩形 22"/>
          <p:cNvSpPr/>
          <p:nvPr/>
        </p:nvSpPr>
        <p:spPr>
          <a:xfrm>
            <a:off x="2555875" y="2643188"/>
            <a:ext cx="1008063" cy="50482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800">
                <a:latin typeface="微软雅黑"/>
                <a:ea typeface="微软雅黑"/>
              </a:rPr>
              <a:t>alice</a:t>
            </a:r>
            <a:r>
              <a:rPr lang="zh-CN" sz="800">
                <a:latin typeface="微软雅黑"/>
                <a:ea typeface="微软雅黑"/>
              </a:rPr>
              <a:t>用</a:t>
            </a:r>
            <a:r>
              <a:rPr lang="en-US" sz="800">
                <a:latin typeface="微软雅黑"/>
                <a:ea typeface="微软雅黑"/>
              </a:rPr>
              <a:t>teemo</a:t>
            </a:r>
            <a:r>
              <a:rPr lang="zh-CN" sz="800">
                <a:latin typeface="微软雅黑"/>
                <a:ea typeface="微软雅黑"/>
              </a:rPr>
              <a:t>的公钥验证签名</a:t>
            </a:r>
            <a:endParaRPr lang="zh-CN" sz="800">
              <a:latin typeface="微软雅黑"/>
              <a:ea typeface="微软雅黑"/>
            </a:endParaRPr>
          </a:p>
        </p:txBody>
      </p:sp>
      <p:sp>
        <p:nvSpPr>
          <p:cNvPr id="533" name="圆角矩形 23"/>
          <p:cNvSpPr/>
          <p:nvPr/>
        </p:nvSpPr>
        <p:spPr>
          <a:xfrm>
            <a:off x="2555875" y="3363913"/>
            <a:ext cx="1008063" cy="503237"/>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800">
                <a:latin typeface="微软雅黑"/>
                <a:ea typeface="微软雅黑"/>
              </a:rPr>
              <a:t>bob</a:t>
            </a:r>
            <a:r>
              <a:rPr lang="zh-CN" sz="800">
                <a:latin typeface="微软雅黑"/>
                <a:ea typeface="微软雅黑"/>
              </a:rPr>
              <a:t>用</a:t>
            </a:r>
            <a:r>
              <a:rPr lang="en-US" sz="800">
                <a:latin typeface="微软雅黑"/>
                <a:ea typeface="微软雅黑"/>
              </a:rPr>
              <a:t>teemo</a:t>
            </a:r>
            <a:r>
              <a:rPr lang="zh-CN" sz="800">
                <a:latin typeface="微软雅黑"/>
                <a:ea typeface="微软雅黑"/>
              </a:rPr>
              <a:t>的公钥验证签名</a:t>
            </a:r>
            <a:endParaRPr lang="zh-CN" sz="800">
              <a:latin typeface="微软雅黑"/>
              <a:ea typeface="微软雅黑"/>
            </a:endParaRPr>
          </a:p>
        </p:txBody>
      </p:sp>
      <p:sp>
        <p:nvSpPr>
          <p:cNvPr id="534" name="圆角矩形 24"/>
          <p:cNvSpPr/>
          <p:nvPr/>
        </p:nvSpPr>
        <p:spPr>
          <a:xfrm>
            <a:off x="2555875" y="4083050"/>
            <a:ext cx="1008063" cy="50482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800">
                <a:latin typeface="微软雅黑"/>
                <a:ea typeface="微软雅黑"/>
              </a:rPr>
              <a:t>victor</a:t>
            </a:r>
            <a:r>
              <a:rPr lang="zh-CN" sz="800">
                <a:latin typeface="微软雅黑"/>
                <a:ea typeface="微软雅黑"/>
              </a:rPr>
              <a:t>用</a:t>
            </a:r>
            <a:r>
              <a:rPr lang="en-US" sz="800">
                <a:latin typeface="微软雅黑"/>
                <a:ea typeface="微软雅黑"/>
              </a:rPr>
              <a:t>teemo</a:t>
            </a:r>
            <a:r>
              <a:rPr lang="zh-CN" sz="800">
                <a:latin typeface="微软雅黑"/>
                <a:ea typeface="微软雅黑"/>
              </a:rPr>
              <a:t>的公钥验证签名</a:t>
            </a:r>
            <a:endParaRPr lang="zh-CN" sz="800">
              <a:latin typeface="微软雅黑"/>
              <a:ea typeface="微软雅黑"/>
            </a:endParaRPr>
          </a:p>
        </p:txBody>
      </p:sp>
      <p:cxnSp>
        <p:nvCxnSpPr>
          <p:cNvPr id="535" name="直接箭头连接符 25"/>
          <p:cNvCxnSpPr>
            <a:stCxn id="531" idx="3"/>
            <a:endCxn id="532" idx="1"/>
          </p:cNvCxnSpPr>
          <p:nvPr/>
        </p:nvCxnSpPr>
        <p:spPr>
          <a:xfrm flipV="true">
            <a:off x="1547813" y="2895600"/>
            <a:ext cx="1008062" cy="720725"/>
          </a:xfrm>
          <a:prstGeom prst="line"/>
          <a:noFill/>
          <a:ln w="12700">
            <a:solidFill>
              <a:srgbClr val="FFDF7F"/>
            </a:solidFill>
            <a:miter lim="800000"/>
            <a:tailEnd type="arrow"/>
          </a:ln>
        </p:spPr>
      </p:cxnSp>
      <p:cxnSp>
        <p:nvCxnSpPr>
          <p:cNvPr id="536" name="直接箭头连接符 26"/>
          <p:cNvCxnSpPr>
            <a:stCxn id="531" idx="3"/>
            <a:endCxn id="533" idx="1"/>
          </p:cNvCxnSpPr>
          <p:nvPr/>
        </p:nvCxnSpPr>
        <p:spPr>
          <a:xfrm>
            <a:off x="1547813" y="3616325"/>
            <a:ext cx="1008062" cy="0"/>
          </a:xfrm>
          <a:prstGeom prst="line"/>
          <a:noFill/>
          <a:ln w="12700">
            <a:solidFill>
              <a:srgbClr val="FFDF7F"/>
            </a:solidFill>
            <a:miter lim="800000"/>
            <a:tailEnd type="arrow"/>
          </a:ln>
        </p:spPr>
      </p:cxnSp>
      <p:cxnSp>
        <p:nvCxnSpPr>
          <p:cNvPr id="537" name="直接箭头连接符 27"/>
          <p:cNvCxnSpPr>
            <a:stCxn id="531" idx="3"/>
            <a:endCxn id="534" idx="1"/>
          </p:cNvCxnSpPr>
          <p:nvPr/>
        </p:nvCxnSpPr>
        <p:spPr>
          <a:xfrm>
            <a:off x="1547813" y="3616325"/>
            <a:ext cx="1008062" cy="719138"/>
          </a:xfrm>
          <a:prstGeom prst="line"/>
          <a:noFill/>
          <a:ln w="12700">
            <a:solidFill>
              <a:srgbClr val="FFDF7F"/>
            </a:solidFill>
            <a:miter lim="800000"/>
            <a:tailEnd type="arrow"/>
          </a:ln>
        </p:spPr>
      </p:cxnSp>
      <p:sp>
        <p:nvSpPr>
          <p:cNvPr id="538" name="文本框 9"/>
          <p:cNvSpPr/>
          <p:nvPr/>
        </p:nvSpPr>
        <p:spPr>
          <a:xfrm>
            <a:off x="179388" y="4659313"/>
            <a:ext cx="3903662" cy="28733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SzPct val="80000"/>
            </a:pPr>
            <a:r>
              <a:rPr lang="zh-CN" sz="1200">
                <a:latin typeface="微软雅黑"/>
                <a:ea typeface="微软雅黑"/>
              </a:rPr>
              <a:t>数字签名中，任何拥有签名者公钥的人都能验证签名</a:t>
            </a:r>
            <a:endParaRPr lang="zh-CN" sz="1200">
              <a:latin typeface="微软雅黑"/>
              <a:ea typeface="微软雅黑"/>
            </a:endParaRPr>
          </a:p>
        </p:txBody>
      </p:sp>
      <p:sp>
        <p:nvSpPr>
          <p:cNvPr id="539" name="圆角矩形 17"/>
          <p:cNvSpPr/>
          <p:nvPr/>
        </p:nvSpPr>
        <p:spPr>
          <a:xfrm>
            <a:off x="4284663" y="3292475"/>
            <a:ext cx="1079500" cy="358775"/>
          </a:xfrm>
          <a:prstGeom prst="roundRect">
            <a:avLst>
              <a:gd name="adj" fmla="val 16667"/>
            </a:avLst>
          </a:prstGeom>
          <a:gradFill rotWithShape="true">
            <a:gsLst>
              <a:gs pos="0">
                <a:srgbClr val="F7BDA4"/>
              </a:gs>
              <a:gs pos="50000">
                <a:srgbClr val="F5B195"/>
              </a:gs>
              <a:gs pos="100000">
                <a:srgbClr val="F8A581"/>
              </a:gs>
            </a:gsLst>
            <a:lin ang="5400000" scaled="false"/>
          </a:gradFill>
          <a:ln w="6350">
            <a:solidFill>
              <a:schemeClr val="accent2"/>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solidFill>
                  <a:srgbClr val="000000"/>
                </a:solidFill>
                <a:latin typeface="微软雅黑"/>
                <a:ea typeface="微软雅黑"/>
              </a:rPr>
              <a:t>hello</a:t>
            </a:r>
            <a:endParaRPr lang="en-US" sz="1600">
              <a:solidFill>
                <a:srgbClr val="000000"/>
              </a:solidFill>
              <a:latin typeface="微软雅黑"/>
              <a:ea typeface="微软雅黑"/>
            </a:endParaRPr>
          </a:p>
        </p:txBody>
      </p:sp>
      <p:sp>
        <p:nvSpPr>
          <p:cNvPr id="540" name="圆角矩形 17"/>
          <p:cNvSpPr/>
          <p:nvPr/>
        </p:nvSpPr>
        <p:spPr>
          <a:xfrm>
            <a:off x="6380163" y="3292475"/>
            <a:ext cx="2505075" cy="358775"/>
          </a:xfrm>
          <a:prstGeom prst="roundRect">
            <a:avLst>
              <a:gd name="adj" fmla="val 16667"/>
            </a:avLst>
          </a:prstGeom>
          <a:gradFill rotWithShape="true">
            <a:gsLst>
              <a:gs pos="0">
                <a:srgbClr val="F7BDA4"/>
              </a:gs>
              <a:gs pos="50000">
                <a:srgbClr val="F5B195"/>
              </a:gs>
              <a:gs pos="100000">
                <a:srgbClr val="F8A581"/>
              </a:gs>
            </a:gsLst>
            <a:lin ang="5400000" scaled="false"/>
          </a:gradFill>
          <a:ln w="6350">
            <a:solidFill>
              <a:schemeClr val="accent2"/>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700">
                <a:solidFill>
                  <a:srgbClr val="000000"/>
                </a:solidFill>
                <a:latin typeface="微软雅黑"/>
                <a:ea typeface="微软雅黑"/>
              </a:rPr>
              <a:t>osAJR2I7Y6x5ri9l/DZ+9LLrS7hchdqRimrJRFw1ksKUjkeC1io9hce+HdylqqBA8AJKHy/CxvcU3hSh8V5GSQ==</a:t>
            </a:r>
            <a:endParaRPr lang="en-US" sz="700">
              <a:solidFill>
                <a:srgbClr val="000000"/>
              </a:solidFill>
              <a:latin typeface="微软雅黑"/>
              <a:ea typeface="微软雅黑"/>
            </a:endParaRPr>
          </a:p>
        </p:txBody>
      </p:sp>
      <p:cxnSp>
        <p:nvCxnSpPr>
          <p:cNvPr id="541" name="直接箭头连接符 29"/>
          <p:cNvCxnSpPr>
            <a:stCxn id="539" idx="3"/>
            <a:endCxn id="540" idx="1"/>
          </p:cNvCxnSpPr>
          <p:nvPr/>
        </p:nvCxnSpPr>
        <p:spPr>
          <a:xfrm>
            <a:off x="5364163" y="3471863"/>
            <a:ext cx="1016000" cy="0"/>
          </a:xfrm>
          <a:prstGeom prst="line"/>
          <a:noFill/>
          <a:ln w="12700">
            <a:solidFill>
              <a:schemeClr val="accent2"/>
            </a:solidFill>
            <a:miter lim="800000"/>
            <a:tailEnd type="arrow"/>
          </a:ln>
        </p:spPr>
      </p:cxnSp>
      <p:sp>
        <p:nvSpPr>
          <p:cNvPr id="542" name="文本框 30"/>
          <p:cNvSpPr/>
          <p:nvPr/>
        </p:nvSpPr>
        <p:spPr>
          <a:xfrm>
            <a:off x="5003800" y="2860675"/>
            <a:ext cx="3451225" cy="4318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600" b="true">
                <a:latin typeface="微软雅黑"/>
                <a:ea typeface="微软雅黑"/>
              </a:rPr>
              <a:t>RSA</a:t>
            </a:r>
            <a:r>
              <a:rPr lang="zh-CN" sz="600" b="true">
                <a:latin typeface="微软雅黑"/>
                <a:ea typeface="微软雅黑"/>
              </a:rPr>
              <a:t>私钥签名：</a:t>
            </a:r>
            <a:r>
              <a:rPr lang="zh-CN" sz="400">
                <a:latin typeface="仿宋"/>
                <a:ea typeface="仿宋"/>
              </a:rPr>
              <a:t>MIIBVQIBADANBgkqhkiG9w0BAQEFAASCAT8wggE7AgEAAkEA6ACc6CUXNCo9QSTqbMP+M/IoJjkt65JEmMypHmteMeHLRwHJgUjgAQ+PDJJStQmdIIdbtbLYRnKxgOGw4JHWqQIDAQABAkBCMPqTWRG3tl1nmqqvgXOjSnGeBi5NyZt8pNeTcDqdrC0L4c4qaVcKBQpuQ5DfzFN2e1AoBMdAWhxXMsXe/XlJAiEA9Y3BMpm/8+Y7qjpzavzsorO68qUhTjC0z9DHXJI3VcCIQDx30Zr2yMmDh7/h0G4YiSLwsTtHOC9aWSBACjl8BZr/wIgS2WSS9IvwVkROuylodU1Z6PeJEEV+dRwJVtKy57NxMCIQDkhuIBjBYkoZj2M/SLYudGyerIYc2SCR81p1H9FyAIPwIhAMM/vo1chwRhjOAwm2V6NxS2VQn3V0iS536XJ0wwlxsV</a:t>
            </a:r>
            <a:endParaRPr lang="zh-CN" sz="400">
              <a:latin typeface="仿宋"/>
              <a:ea typeface="仿宋"/>
            </a:endParaRPr>
          </a:p>
        </p:txBody>
      </p:sp>
      <p:cxnSp>
        <p:nvCxnSpPr>
          <p:cNvPr id="543" name="肘形连接符 32"/>
          <p:cNvCxnSpPr>
            <a:stCxn id="539" idx="2"/>
          </p:cNvCxnSpPr>
          <p:nvPr/>
        </p:nvCxnSpPr>
        <p:spPr>
          <a:xfrm rot="16200000" flipH="true">
            <a:off x="6038850" y="2436813"/>
            <a:ext cx="379413" cy="2808287"/>
          </a:xfrm>
          <a:prstGeom prst="bentConnector2"/>
          <a:noFill/>
          <a:ln w="25400">
            <a:solidFill>
              <a:srgbClr val="00B0F0"/>
            </a:solidFill>
            <a:miter lim="800000"/>
            <a:tailEnd type="arrow"/>
          </a:ln>
        </p:spPr>
      </p:cxnSp>
      <p:cxnSp>
        <p:nvCxnSpPr>
          <p:cNvPr id="544" name="直接箭头连接符 34"/>
          <p:cNvCxnSpPr>
            <a:stCxn id="540" idx="2"/>
            <a:endCxn id="545" idx="0"/>
          </p:cNvCxnSpPr>
          <p:nvPr/>
        </p:nvCxnSpPr>
        <p:spPr>
          <a:xfrm flipH="true">
            <a:off x="7632700" y="3651250"/>
            <a:ext cx="0" cy="1009650"/>
          </a:xfrm>
          <a:prstGeom prst="line"/>
          <a:noFill/>
          <a:ln w="12700">
            <a:solidFill>
              <a:srgbClr val="00B0F0"/>
            </a:solidFill>
            <a:miter lim="800000"/>
            <a:tailEnd type="arrow"/>
          </a:ln>
        </p:spPr>
      </p:cxnSp>
      <p:sp>
        <p:nvSpPr>
          <p:cNvPr id="545" name="圆角矩形 17"/>
          <p:cNvSpPr/>
          <p:nvPr/>
        </p:nvSpPr>
        <p:spPr>
          <a:xfrm>
            <a:off x="7092950" y="4660900"/>
            <a:ext cx="1079500" cy="358775"/>
          </a:xfrm>
          <a:prstGeom prst="roundRect">
            <a:avLst>
              <a:gd name="adj" fmla="val 16667"/>
            </a:avLst>
          </a:prstGeom>
          <a:gradFill rotWithShape="true">
            <a:gsLst>
              <a:gs pos="0">
                <a:srgbClr val="6083CB"/>
              </a:gs>
              <a:gs pos="50000">
                <a:srgbClr val="3E70CA"/>
              </a:gs>
              <a:gs pos="100000">
                <a:srgbClr val="2E61BA"/>
              </a:gs>
            </a:gsLst>
            <a:lin ang="5400000" scaled="false"/>
          </a:gradFill>
          <a:ln w="6350">
            <a:solidFill>
              <a:schemeClr val="accent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solidFill>
                  <a:srgbClr val="FFFFFF"/>
                </a:solidFill>
                <a:latin typeface="微软雅黑"/>
              </a:rPr>
              <a:t>验证通过！</a:t>
            </a:r>
            <a:endParaRPr lang="en-US" sz="1600">
              <a:solidFill>
                <a:srgbClr val="FFFFFF"/>
              </a:solidFill>
              <a:latin typeface="微软雅黑"/>
            </a:endParaRPr>
          </a:p>
        </p:txBody>
      </p:sp>
      <p:sp>
        <p:nvSpPr>
          <p:cNvPr id="546" name="下箭头 38"/>
          <p:cNvSpPr/>
          <p:nvPr/>
        </p:nvSpPr>
        <p:spPr>
          <a:xfrm>
            <a:off x="5653088" y="3292475"/>
            <a:ext cx="431800" cy="142875"/>
          </a:xfrm>
          <a:prstGeom prst="downArrow">
            <a:avLst>
              <a:gd name="adj1" fmla="val 50000"/>
              <a:gd name="adj2" fmla="val 50000"/>
            </a:avLst>
          </a:prstGeom>
          <a:gradFill rotWithShape="true">
            <a:gsLst>
              <a:gs pos="0">
                <a:srgbClr val="B5D5A7"/>
              </a:gs>
              <a:gs pos="50000">
                <a:srgbClr val="AACE99"/>
              </a:gs>
              <a:gs pos="100000">
                <a:srgbClr val="9CCA86"/>
              </a:gs>
            </a:gsLst>
            <a:lin ang="5400000" scaled="false"/>
          </a:gradFill>
          <a:ln w="6350">
            <a:solidFill>
              <a:srgbClr val="70AD47"/>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000000"/>
              </a:solidFill>
              <a:latin typeface="微软雅黑"/>
              <a:ea typeface="微软雅黑"/>
            </a:endParaRPr>
          </a:p>
        </p:txBody>
      </p:sp>
      <p:sp>
        <p:nvSpPr>
          <p:cNvPr id="547" name="文本框 40"/>
          <p:cNvSpPr/>
          <p:nvPr/>
        </p:nvSpPr>
        <p:spPr>
          <a:xfrm>
            <a:off x="6154738" y="4105275"/>
            <a:ext cx="1298575" cy="3714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600">
                <a:latin typeface="微软雅黑"/>
                <a:ea typeface="微软雅黑"/>
              </a:rPr>
              <a:t>公钥解密：</a:t>
            </a:r>
            <a:endParaRPr lang="zh-CN" sz="600">
              <a:latin typeface="微软雅黑"/>
              <a:ea typeface="微软雅黑"/>
            </a:endParaRPr>
          </a:p>
          <a:p>
            <a:pPr marL="0" lvl="0" indent="0"/>
            <a:r>
              <a:rPr lang="zh-CN" sz="400">
                <a:latin typeface="仿宋"/>
                <a:ea typeface="仿宋"/>
              </a:rPr>
              <a:t>MFwwDQYJKoZIhvcNAQEBBQADSwAwSAJBAOgAnOglFzQqPUEk6mzD/jPyKCY5LeuSRJjMqR5rXjHhy0cByYFI4AEPjwySUrUJnSCHW7Wy2EZysYDhsOCR1qkCAwEAAQ==</a:t>
            </a:r>
            <a:endParaRPr lang="zh-CN" sz="400">
              <a:latin typeface="仿宋"/>
              <a:ea typeface="仿宋"/>
            </a:endParaRPr>
          </a:p>
        </p:txBody>
      </p:sp>
      <p:sp>
        <p:nvSpPr>
          <p:cNvPr id="548" name="箭头: 左 1"/>
          <p:cNvSpPr/>
          <p:nvPr/>
        </p:nvSpPr>
        <p:spPr>
          <a:xfrm rot="10800000">
            <a:off x="7370763" y="4170363"/>
            <a:ext cx="142875" cy="327025"/>
          </a:xfrm>
          <a:prstGeom prst="leftArrow">
            <a:avLst>
              <a:gd name="adj1" fmla="val 50000"/>
              <a:gd name="adj2" fmla="val 50000"/>
            </a:avLst>
          </a:prstGeom>
          <a:solidFill>
            <a:srgbClr val="CCECFF"/>
          </a:solidFill>
          <a:ln w="19050">
            <a:solidFill>
              <a:srgbClr val="00B0F0"/>
            </a:solidFill>
            <a:roun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549" name=""/>
        <p:cNvGrpSpPr/>
        <p:nvPr/>
      </p:nvGrpSpPr>
      <p:grpSpPr>
        <a:xfrm>
          <a:off x="0" y="0"/>
          <a:ext cx="0" cy="0"/>
          <a:chOff x="0" y="0"/>
          <a:chExt cx="0" cy="0"/>
        </a:xfrm>
      </p:grpSpPr>
      <p:sp>
        <p:nvSpPr>
          <p:cNvPr id="550" name="椭圆 21"/>
          <p:cNvSpPr/>
          <p:nvPr/>
        </p:nvSpPr>
        <p:spPr>
          <a:xfrm>
            <a:off x="2633663" y="2894013"/>
            <a:ext cx="3844925" cy="3865562"/>
          </a:xfrm>
          <a:prstGeom prst="ellipse"/>
          <a:noFill/>
          <a:ln w="25400">
            <a:solidFill>
              <a:srgbClr val="2492E5"/>
            </a:solid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endParaRPr lang="en-US" sz="3300" b="true">
              <a:solidFill>
                <a:schemeClr val="bg1"/>
              </a:solidFill>
              <a:latin typeface="腾讯体 W7"/>
              <a:ea typeface="腾讯体 W7"/>
            </a:endParaRPr>
          </a:p>
        </p:txBody>
      </p:sp>
      <p:sp>
        <p:nvSpPr>
          <p:cNvPr id="551" name="椭圆 2"/>
          <p:cNvSpPr>
            <a:spLocks noChangeAspect="true"/>
          </p:cNvSpPr>
          <p:nvPr/>
        </p:nvSpPr>
        <p:spPr>
          <a:xfrm>
            <a:off x="2430463" y="4156075"/>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1</a:t>
            </a:r>
            <a:endParaRPr lang="en-US" sz="1800" b="true">
              <a:solidFill>
                <a:schemeClr val="bg1"/>
              </a:solidFill>
              <a:latin typeface="微软雅黑"/>
              <a:ea typeface="微软雅黑"/>
            </a:endParaRPr>
          </a:p>
        </p:txBody>
      </p:sp>
      <p:sp>
        <p:nvSpPr>
          <p:cNvPr id="552" name="椭圆 3"/>
          <p:cNvSpPr>
            <a:spLocks noChangeAspect="true"/>
          </p:cNvSpPr>
          <p:nvPr/>
        </p:nvSpPr>
        <p:spPr>
          <a:xfrm>
            <a:off x="2900363" y="3187700"/>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2</a:t>
            </a:r>
            <a:endParaRPr lang="en-US" sz="1800" b="true">
              <a:solidFill>
                <a:schemeClr val="bg1"/>
              </a:solidFill>
              <a:latin typeface="微软雅黑"/>
              <a:ea typeface="微软雅黑"/>
            </a:endParaRPr>
          </a:p>
        </p:txBody>
      </p:sp>
      <p:sp>
        <p:nvSpPr>
          <p:cNvPr id="553" name="椭圆 4"/>
          <p:cNvSpPr>
            <a:spLocks noChangeAspect="true"/>
          </p:cNvSpPr>
          <p:nvPr/>
        </p:nvSpPr>
        <p:spPr>
          <a:xfrm>
            <a:off x="4287838" y="2655888"/>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3</a:t>
            </a:r>
            <a:endParaRPr lang="en-US" sz="1800" b="true">
              <a:solidFill>
                <a:schemeClr val="bg1"/>
              </a:solidFill>
              <a:latin typeface="微软雅黑"/>
              <a:ea typeface="微软雅黑"/>
            </a:endParaRPr>
          </a:p>
        </p:txBody>
      </p:sp>
      <p:sp>
        <p:nvSpPr>
          <p:cNvPr id="554" name="椭圆 5"/>
          <p:cNvSpPr>
            <a:spLocks noChangeAspect="true"/>
          </p:cNvSpPr>
          <p:nvPr/>
        </p:nvSpPr>
        <p:spPr>
          <a:xfrm>
            <a:off x="5705475" y="3187700"/>
            <a:ext cx="539750"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4</a:t>
            </a:r>
            <a:endParaRPr lang="en-US" sz="1800" b="true">
              <a:solidFill>
                <a:schemeClr val="bg1"/>
              </a:solidFill>
              <a:latin typeface="微软雅黑"/>
              <a:ea typeface="微软雅黑"/>
            </a:endParaRPr>
          </a:p>
        </p:txBody>
      </p:sp>
      <p:sp>
        <p:nvSpPr>
          <p:cNvPr id="555" name="椭圆 6"/>
          <p:cNvSpPr>
            <a:spLocks noChangeAspect="true"/>
          </p:cNvSpPr>
          <p:nvPr/>
        </p:nvSpPr>
        <p:spPr>
          <a:xfrm>
            <a:off x="6143625" y="4156075"/>
            <a:ext cx="538163"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5</a:t>
            </a:r>
            <a:endParaRPr lang="en-US" sz="1800" b="true">
              <a:solidFill>
                <a:schemeClr val="bg1"/>
              </a:solidFill>
              <a:latin typeface="微软雅黑"/>
              <a:ea typeface="微软雅黑"/>
            </a:endParaRPr>
          </a:p>
        </p:txBody>
      </p:sp>
      <p:sp>
        <p:nvSpPr>
          <p:cNvPr id="556" name="文本框 20"/>
          <p:cNvSpPr/>
          <p:nvPr/>
        </p:nvSpPr>
        <p:spPr>
          <a:xfrm>
            <a:off x="755650" y="4083050"/>
            <a:ext cx="17907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密码学技术</a:t>
            </a:r>
            <a:endParaRPr lang="zh-CN" sz="2100" b="true">
              <a:solidFill>
                <a:srgbClr val="99CCFF"/>
              </a:solidFill>
              <a:latin typeface="微软雅黑"/>
              <a:ea typeface="微软雅黑"/>
            </a:endParaRPr>
          </a:p>
        </p:txBody>
      </p:sp>
      <p:sp>
        <p:nvSpPr>
          <p:cNvPr id="557" name="文本框 21"/>
          <p:cNvSpPr/>
          <p:nvPr/>
        </p:nvSpPr>
        <p:spPr>
          <a:xfrm>
            <a:off x="869950" y="3149600"/>
            <a:ext cx="1968500" cy="4159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r>
              <a:rPr lang="zh-CN" sz="2100" b="true">
                <a:solidFill>
                  <a:srgbClr val="FF0000"/>
                </a:solidFill>
                <a:latin typeface="微软雅黑"/>
                <a:ea typeface="微软雅黑"/>
              </a:rPr>
              <a:t>块链数据结构</a:t>
            </a:r>
            <a:endParaRPr lang="zh-CN" sz="2100" b="true">
              <a:solidFill>
                <a:srgbClr val="FF0000"/>
              </a:solidFill>
              <a:latin typeface="微软雅黑"/>
              <a:ea typeface="微软雅黑"/>
            </a:endParaRPr>
          </a:p>
        </p:txBody>
      </p:sp>
      <p:sp>
        <p:nvSpPr>
          <p:cNvPr id="558" name="矩形 9"/>
          <p:cNvSpPr/>
          <p:nvPr/>
        </p:nvSpPr>
        <p:spPr>
          <a:xfrm>
            <a:off x="6296025" y="3235325"/>
            <a:ext cx="153035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智能合约</a:t>
            </a:r>
            <a:endParaRPr lang="zh-CN" sz="2100" b="true">
              <a:solidFill>
                <a:srgbClr val="2392E4"/>
              </a:solidFill>
              <a:latin typeface="微软雅黑"/>
              <a:ea typeface="微软雅黑"/>
            </a:endParaRPr>
          </a:p>
        </p:txBody>
      </p:sp>
      <p:sp>
        <p:nvSpPr>
          <p:cNvPr id="559" name="文本框 23"/>
          <p:cNvSpPr/>
          <p:nvPr/>
        </p:nvSpPr>
        <p:spPr>
          <a:xfrm>
            <a:off x="3348038" y="2066925"/>
            <a:ext cx="25908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挖矿（共识）机制</a:t>
            </a:r>
            <a:endParaRPr lang="zh-CN" sz="2100" b="true">
              <a:solidFill>
                <a:srgbClr val="2392E4"/>
              </a:solidFill>
              <a:latin typeface="微软雅黑"/>
              <a:ea typeface="微软雅黑"/>
            </a:endParaRPr>
          </a:p>
        </p:txBody>
      </p:sp>
      <p:sp>
        <p:nvSpPr>
          <p:cNvPr id="560" name="文本框 24"/>
          <p:cNvSpPr/>
          <p:nvPr/>
        </p:nvSpPr>
        <p:spPr>
          <a:xfrm>
            <a:off x="6681788" y="4089400"/>
            <a:ext cx="1836737"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SzPct val="80000"/>
            </a:pPr>
            <a:r>
              <a:rPr lang="zh-CN" sz="2100" b="true">
                <a:solidFill>
                  <a:srgbClr val="2392E4"/>
                </a:solidFill>
                <a:latin typeface="微软雅黑"/>
                <a:ea typeface="微软雅黑"/>
              </a:rPr>
              <a:t>公链</a:t>
            </a:r>
            <a:r>
              <a:rPr lang="en-US" sz="2100" b="true">
                <a:solidFill>
                  <a:srgbClr val="2392E4"/>
                </a:solidFill>
                <a:latin typeface="微软雅黑"/>
                <a:ea typeface="微软雅黑"/>
              </a:rPr>
              <a:t>/</a:t>
            </a:r>
            <a:r>
              <a:rPr lang="zh-CN" sz="2100" b="true">
                <a:solidFill>
                  <a:srgbClr val="2392E4"/>
                </a:solidFill>
                <a:latin typeface="微软雅黑"/>
                <a:ea typeface="微软雅黑"/>
              </a:rPr>
              <a:t>联盟链</a:t>
            </a:r>
            <a:endParaRPr lang="zh-CN" sz="2100" b="true">
              <a:solidFill>
                <a:srgbClr val="2392E4"/>
              </a:solidFill>
              <a:latin typeface="微软雅黑"/>
              <a:ea typeface="微软雅黑"/>
            </a:endParaRPr>
          </a:p>
        </p:txBody>
      </p:sp>
      <p:sp>
        <p:nvSpPr>
          <p:cNvPr id="561" name="内容占位符 6"/>
          <p:cNvSpPr/>
          <p:nvPr/>
        </p:nvSpPr>
        <p:spPr>
          <a:xfrm>
            <a:off x="966788" y="4410075"/>
            <a:ext cx="1336675" cy="401638"/>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en-US" sz="900">
                <a:solidFill>
                  <a:srgbClr val="7F7F7F"/>
                </a:solidFill>
                <a:latin typeface="微软雅黑"/>
                <a:ea typeface="微软雅黑"/>
              </a:rPr>
              <a:t>Hash/</a:t>
            </a:r>
            <a:r>
              <a:rPr lang="zh-CN" sz="900">
                <a:solidFill>
                  <a:srgbClr val="7F7F7F"/>
                </a:solidFill>
                <a:latin typeface="微软雅黑"/>
                <a:ea typeface="微软雅黑"/>
              </a:rPr>
              <a:t>对称加密</a:t>
            </a:r>
            <a:r>
              <a:rPr lang="en-US" sz="900">
                <a:solidFill>
                  <a:srgbClr val="7F7F7F"/>
                </a:solidFill>
                <a:latin typeface="微软雅黑"/>
                <a:ea typeface="微软雅黑"/>
              </a:rPr>
              <a:t>/</a:t>
            </a:r>
            <a:r>
              <a:rPr lang="zh-CN" sz="900">
                <a:solidFill>
                  <a:srgbClr val="7F7F7F"/>
                </a:solidFill>
                <a:latin typeface="微软雅黑"/>
                <a:ea typeface="微软雅黑"/>
              </a:rPr>
              <a:t>非对称加密</a:t>
            </a:r>
            <a:r>
              <a:rPr lang="en-US" sz="900">
                <a:solidFill>
                  <a:srgbClr val="7F7F7F"/>
                </a:solidFill>
                <a:latin typeface="微软雅黑"/>
                <a:ea typeface="微软雅黑"/>
              </a:rPr>
              <a:t>/</a:t>
            </a:r>
            <a:r>
              <a:rPr lang="zh-CN" sz="900">
                <a:solidFill>
                  <a:srgbClr val="7F7F7F"/>
                </a:solidFill>
                <a:latin typeface="微软雅黑"/>
                <a:ea typeface="微软雅黑"/>
              </a:rPr>
              <a:t>数字签名</a:t>
            </a:r>
            <a:endParaRPr lang="zh-CN" sz="900">
              <a:solidFill>
                <a:srgbClr val="7F7F7F"/>
              </a:solidFill>
              <a:latin typeface="微软雅黑"/>
              <a:ea typeface="微软雅黑"/>
            </a:endParaRPr>
          </a:p>
        </p:txBody>
      </p:sp>
      <p:sp>
        <p:nvSpPr>
          <p:cNvPr id="562" name="内容占位符 6"/>
          <p:cNvSpPr/>
          <p:nvPr/>
        </p:nvSpPr>
        <p:spPr>
          <a:xfrm>
            <a:off x="1014413" y="3508375"/>
            <a:ext cx="1784350" cy="285750"/>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zh-CN" sz="900">
                <a:solidFill>
                  <a:srgbClr val="7F7F7F"/>
                </a:solidFill>
                <a:latin typeface="微软雅黑"/>
                <a:ea typeface="微软雅黑"/>
              </a:rPr>
              <a:t>区块</a:t>
            </a:r>
            <a:r>
              <a:rPr lang="en-US" sz="900">
                <a:solidFill>
                  <a:srgbClr val="7F7F7F"/>
                </a:solidFill>
                <a:latin typeface="微软雅黑"/>
                <a:ea typeface="微软雅黑"/>
              </a:rPr>
              <a:t>/</a:t>
            </a:r>
            <a:r>
              <a:rPr lang="zh-CN" sz="900">
                <a:solidFill>
                  <a:srgbClr val="7F7F7F"/>
                </a:solidFill>
                <a:latin typeface="微软雅黑"/>
                <a:ea typeface="微软雅黑"/>
              </a:rPr>
              <a:t>链</a:t>
            </a:r>
            <a:r>
              <a:rPr lang="en-US" sz="900">
                <a:solidFill>
                  <a:srgbClr val="7F7F7F"/>
                </a:solidFill>
                <a:latin typeface="微软雅黑"/>
                <a:ea typeface="微软雅黑"/>
              </a:rPr>
              <a:t>/</a:t>
            </a:r>
            <a:r>
              <a:rPr lang="zh-CN" sz="900">
                <a:solidFill>
                  <a:srgbClr val="7F7F7F"/>
                </a:solidFill>
                <a:latin typeface="微软雅黑"/>
                <a:ea typeface="微软雅黑"/>
              </a:rPr>
              <a:t>交易</a:t>
            </a:r>
            <a:r>
              <a:rPr lang="en-US" sz="900">
                <a:solidFill>
                  <a:srgbClr val="7F7F7F"/>
                </a:solidFill>
                <a:latin typeface="微软雅黑"/>
                <a:ea typeface="微软雅黑"/>
              </a:rPr>
              <a:t>UTXO</a:t>
            </a:r>
            <a:endParaRPr lang="en-US" sz="900">
              <a:solidFill>
                <a:srgbClr val="7F7F7F"/>
              </a:solidFill>
              <a:latin typeface="微软雅黑"/>
              <a:ea typeface="微软雅黑"/>
            </a:endParaRPr>
          </a:p>
        </p:txBody>
      </p:sp>
      <p:sp>
        <p:nvSpPr>
          <p:cNvPr id="563" name="内容占位符 6"/>
          <p:cNvSpPr/>
          <p:nvPr/>
        </p:nvSpPr>
        <p:spPr>
          <a:xfrm>
            <a:off x="3059113" y="2427288"/>
            <a:ext cx="2994025" cy="411162"/>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42975">
              <a:lnSpc>
                <a:spcPct val="120000"/>
              </a:lnSpc>
            </a:pPr>
            <a:r>
              <a:rPr lang="en-US" sz="900">
                <a:solidFill>
                  <a:srgbClr val="7F7F7F"/>
                </a:solidFill>
                <a:latin typeface="微软雅黑"/>
                <a:ea typeface="微软雅黑"/>
              </a:rPr>
              <a:t>POW/</a:t>
            </a:r>
            <a:r>
              <a:rPr lang="zh-CN" sz="900">
                <a:solidFill>
                  <a:srgbClr val="7F7F7F"/>
                </a:solidFill>
                <a:latin typeface="微软雅黑"/>
                <a:ea typeface="微软雅黑"/>
              </a:rPr>
              <a:t>其它共识算法</a:t>
            </a:r>
            <a:endParaRPr lang="zh-CN" sz="900">
              <a:solidFill>
                <a:srgbClr val="7F7F7F"/>
              </a:solidFill>
              <a:latin typeface="微软雅黑"/>
              <a:ea typeface="微软雅黑"/>
            </a:endParaRPr>
          </a:p>
        </p:txBody>
      </p:sp>
      <p:sp>
        <p:nvSpPr>
          <p:cNvPr id="564" name="矩形 16"/>
          <p:cNvSpPr/>
          <p:nvPr/>
        </p:nvSpPr>
        <p:spPr>
          <a:xfrm>
            <a:off x="3719513" y="3922713"/>
            <a:ext cx="1620837" cy="522287"/>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800" b="true">
                <a:solidFill>
                  <a:srgbClr val="EA305E"/>
                </a:solidFill>
                <a:latin typeface="微软雅黑"/>
                <a:ea typeface="微软雅黑"/>
              </a:rPr>
              <a:t>关键技术</a:t>
            </a:r>
            <a:endParaRPr lang="zh-CN" sz="2800" b="true">
              <a:solidFill>
                <a:srgbClr val="EA305E"/>
              </a:solidFill>
              <a:latin typeface="微软雅黑"/>
              <a:ea typeface="微软雅黑"/>
            </a:endParaRPr>
          </a:p>
        </p:txBody>
      </p:sp>
      <p:sp>
        <p:nvSpPr>
          <p:cNvPr id="565" name="矩形 18"/>
          <p:cNvSpPr/>
          <p:nvPr/>
        </p:nvSpPr>
        <p:spPr>
          <a:xfrm>
            <a:off x="333375" y="573088"/>
            <a:ext cx="8369300" cy="3841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ts val="2600"/>
              </a:lnSpc>
            </a:pPr>
            <a:r>
              <a:rPr lang="zh-CN" sz="1400">
                <a:latin typeface="微软雅黑"/>
                <a:ea typeface="微软雅黑"/>
              </a:rPr>
              <a:t>单个技术都不是新技术，但将这些技术形成一套组合拳，就有了一个创新的技术体系 </a:t>
            </a:r>
            <a:r>
              <a:rPr lang="en-US" sz="1400">
                <a:latin typeface="微软雅黑"/>
                <a:ea typeface="微软雅黑"/>
              </a:rPr>
              <a:t>—</a:t>
            </a:r>
            <a:r>
              <a:rPr lang="zh-CN" sz="1400">
                <a:latin typeface="微软雅黑"/>
                <a:ea typeface="微软雅黑"/>
              </a:rPr>
              <a:t> </a:t>
            </a:r>
            <a:r>
              <a:rPr lang="zh-CN" sz="1400" b="true">
                <a:solidFill>
                  <a:srgbClr val="2392E4"/>
                </a:solidFill>
                <a:latin typeface="微软雅黑"/>
                <a:ea typeface="微软雅黑"/>
              </a:rPr>
              <a:t>区块链</a:t>
            </a:r>
            <a:endParaRPr lang="zh-CN" sz="1400" b="true">
              <a:solidFill>
                <a:srgbClr val="2392E4"/>
              </a:solidFill>
              <a:latin typeface="微软雅黑"/>
              <a:ea typeface="微软雅黑"/>
            </a:endParaRPr>
          </a:p>
        </p:txBody>
      </p:sp>
      <p:sp>
        <p:nvSpPr>
          <p:cNvPr id="566" name="文本框 20"/>
          <p:cNvSpPr/>
          <p:nvPr/>
        </p:nvSpPr>
        <p:spPr>
          <a:xfrm>
            <a:off x="395288" y="50800"/>
            <a:ext cx="3382962" cy="5492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800" b="true">
                <a:solidFill>
                  <a:srgbClr val="0070C0"/>
                </a:solidFill>
                <a:latin typeface="微软雅黑"/>
                <a:ea typeface="微软雅黑"/>
              </a:rPr>
              <a:t>区块链关键技术体系</a:t>
            </a:r>
            <a:endParaRPr lang="zh-CN" sz="2000" b="true">
              <a:solidFill>
                <a:srgbClr val="2392E4"/>
              </a:solidFill>
              <a:latin typeface="微软雅黑"/>
              <a:ea typeface="微软雅黑"/>
            </a:endParaRPr>
          </a:p>
        </p:txBody>
      </p:sp>
    </p:spTree>
  </p:cSld>
  <p:clrMapOvr>
    <a:masterClrMapping/>
  </p:clrMapOvr>
</p:sld>
</file>

<file path=ppt/slides/slide8.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567" name=""/>
        <p:cNvGrpSpPr/>
        <p:nvPr/>
      </p:nvGrpSpPr>
      <p:grpSpPr>
        <a:xfrm>
          <a:off x="0" y="0"/>
          <a:ext cx="0" cy="0"/>
          <a:chOff x="0" y="0"/>
          <a:chExt cx="0" cy="0"/>
        </a:xfrm>
      </p:grpSpPr>
      <p:sp>
        <p:nvSpPr>
          <p:cNvPr id="568"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9F0AE71C-2606-4C9D-8D45-004548BEAB98}" type="slidenum">
              <a:rPr lang="en-US" sz="900">
                <a:solidFill>
                  <a:srgbClr val="898989"/>
                </a:solidFill>
                <a:ea typeface="黑体"/>
              </a:rPr>
              <a:t>8</a:t>
            </a:fld>
            <a:endParaRPr lang="en-US" sz="900">
              <a:solidFill>
                <a:srgbClr val="898989"/>
              </a:solidFill>
              <a:ea typeface="黑体"/>
            </a:endParaRPr>
          </a:p>
        </p:txBody>
      </p:sp>
      <p:sp>
        <p:nvSpPr>
          <p:cNvPr id="569"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分布式共享账本</a:t>
            </a:r>
            <a:endParaRPr lang="zh-CN" sz="3000">
              <a:solidFill>
                <a:srgbClr val="0070C0"/>
              </a:solidFill>
              <a:latin typeface="微软雅黑"/>
              <a:ea typeface="等线 Light"/>
            </a:endParaRPr>
          </a:p>
        </p:txBody>
      </p:sp>
      <p:pic>
        <p:nvPicPr>
          <p:cNvPr id="570" name="内容占位符 4"/>
          <p:cNvPicPr>
            <a:picLocks noGrp="true" noChangeAspect="true"/>
          </p:cNvPicPr>
          <p:nvPr>
            <p:ph idx="1"/>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0" y="1203325"/>
            <a:ext cx="2638425" cy="2794000"/>
          </a:xfrm>
          <a:prstGeom prst="rect"/>
          <a:noFill/>
          <a:ln>
            <a:noFill/>
            <a:miter lim="800000"/>
          </a:ln>
        </p:spPr>
      </p:pic>
      <p:pic>
        <p:nvPicPr>
          <p:cNvPr id="571" name="图片 5"/>
          <p:cNvPicPr>
            <a:picLocks noChangeAspect="true"/>
          </p:cNvPicPr>
          <p:nvPr/>
        </p:nvPicPr>
        <p:blipFill>
          <a:blip r:embed="rId3">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3563938" y="1347788"/>
            <a:ext cx="3667125" cy="2554287"/>
          </a:xfrm>
          <a:prstGeom prst="rect"/>
          <a:noFill/>
          <a:ln>
            <a:noFill/>
            <a:miter lim="800000"/>
          </a:ln>
        </p:spPr>
      </p:pic>
      <p:sp>
        <p:nvSpPr>
          <p:cNvPr id="572" name="文本框 6"/>
          <p:cNvSpPr/>
          <p:nvPr/>
        </p:nvSpPr>
        <p:spPr>
          <a:xfrm>
            <a:off x="395288" y="700088"/>
            <a:ext cx="1898650" cy="63976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ea typeface="黑体"/>
              </a:rPr>
              <a:t>银行转账</a:t>
            </a:r>
            <a:endParaRPr lang="zh-CN">
              <a:ea typeface="黑体"/>
            </a:endParaRPr>
          </a:p>
          <a:p>
            <a:pPr marL="0" lvl="0" indent="0" algn="ctr"/>
            <a:endParaRPr lang="zh-CN">
              <a:ea typeface="黑体"/>
            </a:endParaRPr>
          </a:p>
        </p:txBody>
      </p:sp>
      <p:sp>
        <p:nvSpPr>
          <p:cNvPr id="573" name="文本框 7"/>
          <p:cNvSpPr/>
          <p:nvPr/>
        </p:nvSpPr>
        <p:spPr>
          <a:xfrm>
            <a:off x="3635375" y="698500"/>
            <a:ext cx="1473200" cy="366713"/>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ea typeface="黑体"/>
              </a:rPr>
              <a:t>比特币转账</a:t>
            </a:r>
            <a:endParaRPr lang="zh-CN">
              <a:ea typeface="黑体"/>
            </a:endParaRPr>
          </a:p>
        </p:txBody>
      </p:sp>
      <p:sp>
        <p:nvSpPr>
          <p:cNvPr id="574" name="文本框 8"/>
          <p:cNvSpPr/>
          <p:nvPr/>
        </p:nvSpPr>
        <p:spPr>
          <a:xfrm>
            <a:off x="755650" y="4227513"/>
            <a:ext cx="3506788" cy="25558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依赖银行做信用担保，通过银行来记账</a:t>
            </a:r>
            <a:endParaRPr lang="zh-CN" sz="1000">
              <a:latin typeface="微软雅黑"/>
              <a:ea typeface="微软雅黑"/>
            </a:endParaRPr>
          </a:p>
        </p:txBody>
      </p:sp>
      <p:sp>
        <p:nvSpPr>
          <p:cNvPr id="575" name="文本框 9"/>
          <p:cNvSpPr/>
          <p:nvPr/>
        </p:nvSpPr>
        <p:spPr>
          <a:xfrm>
            <a:off x="3779838" y="4227513"/>
            <a:ext cx="3106737" cy="25558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依赖密码学算法达成共识信任，通过网络来记账</a:t>
            </a:r>
            <a:endParaRPr lang="zh-CN" sz="1000">
              <a:latin typeface="微软雅黑"/>
              <a:ea typeface="微软雅黑"/>
            </a:endParaRPr>
          </a:p>
        </p:txBody>
      </p:sp>
      <p:sp>
        <p:nvSpPr>
          <p:cNvPr id="576" name="文本框 10"/>
          <p:cNvSpPr/>
          <p:nvPr/>
        </p:nvSpPr>
        <p:spPr>
          <a:xfrm>
            <a:off x="7308850" y="1851025"/>
            <a:ext cx="1760538" cy="15335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28600" lvl="0" indent="-228600">
              <a:buChar char="Ø"/>
            </a:pPr>
            <a:r>
              <a:rPr lang="zh-CN" sz="900">
                <a:latin typeface="微软雅黑"/>
                <a:ea typeface="微软雅黑"/>
              </a:rPr>
              <a:t>新交易创建</a:t>
            </a:r>
            <a:endParaRPr lang="zh-CN" sz="900">
              <a:latin typeface="微软雅黑"/>
              <a:ea typeface="微软雅黑"/>
            </a:endParaRPr>
          </a:p>
          <a:p>
            <a:pPr marL="228600" lvl="0" indent="-228600">
              <a:buChar char="Ø"/>
            </a:pPr>
            <a:endParaRPr lang="zh-CN" sz="1000">
              <a:latin typeface="微软雅黑"/>
              <a:ea typeface="微软雅黑"/>
            </a:endParaRPr>
          </a:p>
          <a:p>
            <a:pPr marL="228600" lvl="0" indent="-228600">
              <a:buChar char="Ø"/>
            </a:pPr>
            <a:r>
              <a:rPr lang="zh-CN" sz="900">
                <a:latin typeface="微软雅黑"/>
                <a:ea typeface="微软雅黑"/>
              </a:rPr>
              <a:t>交易通过</a:t>
            </a:r>
            <a:r>
              <a:rPr lang="en-US" sz="900">
                <a:latin typeface="微软雅黑"/>
                <a:ea typeface="微软雅黑"/>
              </a:rPr>
              <a:t>P2P</a:t>
            </a:r>
            <a:r>
              <a:rPr lang="zh-CN" sz="900">
                <a:latin typeface="微软雅黑"/>
                <a:ea typeface="微软雅黑"/>
              </a:rPr>
              <a:t>网络传播</a:t>
            </a:r>
            <a:endParaRPr lang="zh-CN" sz="900">
              <a:latin typeface="微软雅黑"/>
              <a:ea typeface="微软雅黑"/>
            </a:endParaRPr>
          </a:p>
          <a:p>
            <a:pPr marL="228600" lvl="0" indent="-228600">
              <a:buChar char="Ø"/>
            </a:pPr>
            <a:endParaRPr lang="zh-CN" sz="1000">
              <a:latin typeface="微软雅黑"/>
              <a:ea typeface="微软雅黑"/>
            </a:endParaRPr>
          </a:p>
          <a:p>
            <a:pPr marL="228600" lvl="0" indent="-228600">
              <a:buChar char="Ø"/>
            </a:pPr>
            <a:r>
              <a:rPr lang="zh-CN" sz="900">
                <a:latin typeface="微软雅黑"/>
                <a:ea typeface="微软雅黑"/>
              </a:rPr>
              <a:t>交易验证</a:t>
            </a:r>
            <a:endParaRPr lang="zh-CN" sz="900">
              <a:latin typeface="微软雅黑"/>
              <a:ea typeface="微软雅黑"/>
            </a:endParaRPr>
          </a:p>
          <a:p>
            <a:pPr marL="228600" lvl="0" indent="-228600">
              <a:buChar char="Ø"/>
            </a:pPr>
            <a:endParaRPr lang="zh-CN" sz="1000">
              <a:latin typeface="微软雅黑"/>
              <a:ea typeface="微软雅黑"/>
            </a:endParaRPr>
          </a:p>
          <a:p>
            <a:pPr marL="228600" lvl="0" indent="-228600">
              <a:buChar char="Ø"/>
            </a:pPr>
            <a:r>
              <a:rPr lang="zh-CN" sz="900">
                <a:latin typeface="微软雅黑"/>
                <a:ea typeface="微软雅黑"/>
              </a:rPr>
              <a:t>验证结果通过</a:t>
            </a:r>
            <a:r>
              <a:rPr lang="en-US" sz="900">
                <a:latin typeface="微软雅黑"/>
                <a:ea typeface="微软雅黑"/>
              </a:rPr>
              <a:t>P2P</a:t>
            </a:r>
            <a:r>
              <a:rPr lang="zh-CN" sz="900">
                <a:latin typeface="微软雅黑"/>
                <a:ea typeface="微软雅黑"/>
              </a:rPr>
              <a:t>网络传播</a:t>
            </a:r>
            <a:endParaRPr lang="zh-CN" sz="900">
              <a:latin typeface="微软雅黑"/>
              <a:ea typeface="微软雅黑"/>
            </a:endParaRPr>
          </a:p>
          <a:p>
            <a:pPr marL="228600" lvl="0" indent="-228600">
              <a:buChar char="Ø"/>
            </a:pPr>
            <a:endParaRPr lang="zh-CN" sz="1000">
              <a:latin typeface="微软雅黑"/>
              <a:ea typeface="微软雅黑"/>
            </a:endParaRPr>
          </a:p>
          <a:p>
            <a:pPr marL="228600" lvl="0" indent="-228600">
              <a:buChar char="Ø"/>
            </a:pPr>
            <a:r>
              <a:rPr lang="zh-CN" sz="900">
                <a:latin typeface="微软雅黑"/>
                <a:ea typeface="微软雅黑"/>
              </a:rPr>
              <a:t>交易写入账本</a:t>
            </a:r>
            <a:endParaRPr lang="zh-CN" sz="900">
              <a:latin typeface="微软雅黑"/>
              <a:ea typeface="微软雅黑"/>
            </a:endParaRPr>
          </a:p>
        </p:txBody>
      </p:sp>
    </p:spTree>
  </p:cSld>
  <p:clrMapOvr>
    <a:masterClrMapping/>
  </p:clrMapOvr>
</p:sld>
</file>

<file path=ppt/slides/slide9.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1" name=""/>
        <p:cNvGrpSpPr/>
        <p:nvPr/>
      </p:nvGrpSpPr>
      <p:grpSpPr>
        <a:xfrm>
          <a:off x="0" y="0"/>
          <a:ext cx="0" cy="0"/>
          <a:chOff x="0" y="0"/>
          <a:chExt cx="0" cy="0"/>
        </a:xfrm>
      </p:grpSpPr>
      <p:sp>
        <p:nvSpPr>
          <p:cNvPr id="2" name="圆角矩形 4"/>
          <p:cNvSpPr/>
          <p:nvPr/>
        </p:nvSpPr>
        <p:spPr>
          <a:xfrm>
            <a:off x="3203575" y="3724275"/>
            <a:ext cx="5184775" cy="1347788"/>
          </a:xfrm>
          <a:prstGeom prst="roundRect"/>
          <a:solidFill>
            <a:schemeClr val="accent3"/>
          </a:solidFill>
          <a:ln w="12700">
            <a:solidFill>
              <a:schemeClr val="accent3">
                <a:shade val="50000"/>
              </a:schemeClr>
            </a:solidFill>
            <a:prstDash val="solid"/>
            <a:miter lim="800000"/>
            <a:headEnd type="none" w="med" len="med"/>
            <a:tailEnd type="none" w="med" len="med"/>
          </a:ln>
        </p:spPr>
        <p:txBody>
          <a:bodyPr anchor="ctr"/>
          <a:p>
            <a:pPr marL="0" lvl="0" indent="0" algn="ctr" defTabSz="914400">
              <a:lnSpc>
                <a:spcPct val="100000"/>
              </a:lnSpc>
              <a:spcBef>
                <a:spcPct val="1"/>
              </a:spcBef>
              <a:spcAft>
                <a:spcPct val="1"/>
              </a:spcAft>
              <a:buClrTx/>
              <a:buSzTx/>
              <a:buFontTx/>
              <a:buNone/>
            </a:pPr>
            <a:endParaRPr lang="zh-CN" sz="1600" b="false" i="false" u="none" strike="noStrike" kern="1200" spc="0" baseline="0">
              <a:ln>
                <a:noFill/>
              </a:ln>
              <a:solidFill>
                <a:schemeClr val="lt1"/>
              </a:solidFill>
              <a:latin typeface="微软雅黑"/>
              <a:ea typeface="微软雅黑"/>
            </a:endParaRPr>
          </a:p>
        </p:txBody>
      </p:sp>
      <p:sp>
        <p:nvSpPr>
          <p:cNvPr id="3" name="灯片编号占位符 3"/>
          <p:cNvSpPr txBox="true">
            <a:spLocks noGrp="true" noChangeArrowheads="true"/>
          </p:cNvSpPr>
          <p:nvPr>
            <p:ph type="sldNum"/>
          </p:nvPr>
        </p:nvSpPr>
        <p:spPr>
          <a:xfrm>
            <a:off x="8594725" y="4803775"/>
            <a:ext cx="549275" cy="303213"/>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E79ACA50-460A-4693-93BD-8587AA56976E}" type="slidenum">
              <a:rPr lang="en-US" sz="900">
                <a:solidFill>
                  <a:srgbClr val="898989"/>
                </a:solidFill>
                <a:ea typeface="黑体"/>
              </a:rPr>
              <a:t>9</a:t>
            </a:fld>
            <a:endParaRPr lang="en-US" sz="900">
              <a:solidFill>
                <a:srgbClr val="898989"/>
              </a:solidFill>
              <a:ea typeface="黑体"/>
            </a:endParaRPr>
          </a:p>
        </p:txBody>
      </p:sp>
      <p:sp>
        <p:nvSpPr>
          <p:cNvPr id="4"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区块+哈希链</a:t>
            </a:r>
            <a:endParaRPr lang="zh-CN" sz="3000">
              <a:ea typeface="等线 Light"/>
            </a:endParaRPr>
          </a:p>
        </p:txBody>
      </p:sp>
      <p:pic>
        <p:nvPicPr>
          <p:cNvPr id="5" name="图片 6"/>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250825" y="987425"/>
            <a:ext cx="4484688" cy="1985963"/>
          </a:xfrm>
          <a:prstGeom prst="rect"/>
          <a:noFill/>
          <a:ln>
            <a:noFill/>
            <a:miter lim="800000"/>
          </a:ln>
        </p:spPr>
      </p:pic>
      <p:sp>
        <p:nvSpPr>
          <p:cNvPr id="6" name="文本框 9"/>
          <p:cNvSpPr/>
          <p:nvPr/>
        </p:nvSpPr>
        <p:spPr>
          <a:xfrm>
            <a:off x="395288" y="2932113"/>
            <a:ext cx="4044950" cy="12065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a:latin typeface="微软雅黑"/>
                <a:ea typeface="微软雅黑"/>
              </a:rPr>
              <a:t>区块</a:t>
            </a:r>
            <a:r>
              <a:rPr lang="en-US">
                <a:latin typeface="微软雅黑"/>
                <a:ea typeface="微软雅黑"/>
              </a:rPr>
              <a:t>Hash</a:t>
            </a:r>
            <a:r>
              <a:rPr lang="en-US">
                <a:latin typeface="微软雅黑"/>
                <a:ea typeface="微软雅黑"/>
              </a:rPr>
              <a:t>包含</a:t>
            </a:r>
            <a:endParaRPr lang="en-US">
              <a:latin typeface="微软雅黑"/>
              <a:ea typeface="微软雅黑"/>
            </a:endParaRPr>
          </a:p>
          <a:p>
            <a:pPr marL="628650" lvl="1" indent="-171450">
              <a:buChar char="Ø"/>
            </a:pPr>
            <a:r>
              <a:rPr lang="en-US" sz="1200">
                <a:latin typeface="微软雅黑"/>
                <a:ea typeface="微软雅黑"/>
              </a:rPr>
              <a:t>交易内容</a:t>
            </a:r>
            <a:endParaRPr lang="en-US" sz="1200">
              <a:latin typeface="微软雅黑"/>
              <a:ea typeface="微软雅黑"/>
            </a:endParaRPr>
          </a:p>
          <a:p>
            <a:pPr marL="628650" lvl="1" indent="-171450">
              <a:buChar char="Ø"/>
            </a:pPr>
            <a:r>
              <a:rPr lang="en-US" sz="1200">
                <a:latin typeface="微软雅黑"/>
                <a:ea typeface="微软雅黑"/>
              </a:rPr>
              <a:t>时间</a:t>
            </a:r>
            <a:endParaRPr lang="en-US" sz="1200">
              <a:latin typeface="微软雅黑"/>
              <a:ea typeface="微软雅黑"/>
            </a:endParaRPr>
          </a:p>
          <a:p>
            <a:pPr marL="628650" lvl="1" indent="-171450">
              <a:buChar char="Ø"/>
            </a:pPr>
            <a:r>
              <a:rPr lang="en-US" sz="1200">
                <a:latin typeface="微软雅黑"/>
                <a:ea typeface="微软雅黑"/>
              </a:rPr>
              <a:t>上一个区块的</a:t>
            </a:r>
            <a:r>
              <a:rPr lang="en-US" sz="1200">
                <a:latin typeface="微软雅黑"/>
                <a:ea typeface="微软雅黑"/>
              </a:rPr>
              <a:t>hash</a:t>
            </a:r>
            <a:r>
              <a:rPr lang="en-US" sz="1200">
                <a:latin typeface="微软雅黑"/>
                <a:ea typeface="微软雅黑"/>
              </a:rPr>
              <a:t>（指纹）</a:t>
            </a:r>
            <a:endParaRPr lang="en-US" sz="1200">
              <a:latin typeface="微软雅黑"/>
              <a:ea typeface="微软雅黑"/>
            </a:endParaRPr>
          </a:p>
          <a:p>
            <a:pPr marL="628650" lvl="1" indent="-171450"/>
            <a:r>
              <a:rPr lang="en-US">
                <a:latin typeface="微软雅黑"/>
                <a:ea typeface="微软雅黑"/>
              </a:rPr>
              <a:t>......</a:t>
            </a:r>
            <a:endParaRPr lang="en-US">
              <a:latin typeface="微软雅黑"/>
              <a:ea typeface="微软雅黑"/>
            </a:endParaRPr>
          </a:p>
        </p:txBody>
      </p:sp>
      <p:grpSp>
        <p:nvGrpSpPr>
          <p:cNvPr id="7" name="组 113"/>
          <p:cNvGrpSpPr/>
          <p:nvPr/>
        </p:nvGrpSpPr>
        <p:grpSpPr>
          <a:xfrm>
            <a:off x="4500563" y="771525"/>
            <a:ext cx="3779837" cy="2898775"/>
            <a:chOff x="6435940" y="2963273"/>
            <a:chExt cx="7054773" cy="4775405"/>
          </a:xfrm>
        </p:grpSpPr>
        <p:sp>
          <p:nvSpPr>
            <p:cNvPr id="8" name="圆角矩形 12"/>
            <p:cNvSpPr/>
            <p:nvPr/>
          </p:nvSpPr>
          <p:spPr>
            <a:xfrm>
              <a:off x="6779642" y="2963273"/>
              <a:ext cx="3119981" cy="4767560"/>
            </a:xfrm>
            <a:prstGeom prst="roundRect"/>
            <a:noFill/>
            <a:ln w="12700">
              <a:solidFill>
                <a:schemeClr val="bg1">
                  <a:lumMod val="85000"/>
                </a:schemeClr>
              </a:solid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2000" b="false" i="false" u="none" strike="noStrike" kern="1200" spc="0" baseline="0">
                <a:ln>
                  <a:noFill/>
                </a:ln>
                <a:solidFill>
                  <a:schemeClr val="tx1"/>
                </a:solidFill>
                <a:latin typeface="等线"/>
                <a:ea typeface="Arial"/>
              </a:endParaRPr>
            </a:p>
          </p:txBody>
        </p:sp>
        <p:sp>
          <p:nvSpPr>
            <p:cNvPr id="9" name="圆角矩形 13"/>
            <p:cNvSpPr/>
            <p:nvPr/>
          </p:nvSpPr>
          <p:spPr>
            <a:xfrm>
              <a:off x="10370732" y="2971120"/>
              <a:ext cx="3119981" cy="4767558"/>
            </a:xfrm>
            <a:prstGeom prst="roundRect"/>
            <a:noFill/>
            <a:ln w="12700">
              <a:solidFill>
                <a:schemeClr val="bg1">
                  <a:lumMod val="85000"/>
                </a:schemeClr>
              </a:solid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2000" b="false" i="false" u="none" strike="noStrike" kern="1200" spc="0" baseline="0">
                <a:ln>
                  <a:noFill/>
                </a:ln>
                <a:solidFill>
                  <a:schemeClr val="tx1"/>
                </a:solidFill>
                <a:latin typeface="等线"/>
                <a:ea typeface="Arial"/>
              </a:endParaRPr>
            </a:p>
          </p:txBody>
        </p:sp>
        <p:cxnSp>
          <p:nvCxnSpPr>
            <p:cNvPr id="10" name="直线箭头连接符 53"/>
            <p:cNvCxnSpPr/>
            <p:nvPr/>
          </p:nvCxnSpPr>
          <p:spPr>
            <a:xfrm>
              <a:off x="9878883" y="3407862"/>
              <a:ext cx="921475" cy="0"/>
            </a:xfrm>
            <a:prstGeom prst="line"/>
            <a:noFill/>
            <a:ln w="19050">
              <a:solidFill>
                <a:schemeClr val="accent1"/>
              </a:solidFill>
              <a:miter lim="800000"/>
              <a:tailEnd type="triangle" w="lg" len="lg"/>
            </a:ln>
          </p:spPr>
        </p:cxnSp>
        <p:cxnSp>
          <p:nvCxnSpPr>
            <p:cNvPr id="11" name="直线箭头连接符 58"/>
            <p:cNvCxnSpPr/>
            <p:nvPr/>
          </p:nvCxnSpPr>
          <p:spPr>
            <a:xfrm>
              <a:off x="6435940" y="3407862"/>
              <a:ext cx="799995" cy="0"/>
            </a:xfrm>
            <a:prstGeom prst="line"/>
            <a:noFill/>
            <a:ln w="19050">
              <a:solidFill>
                <a:schemeClr val="accent1"/>
              </a:solidFill>
              <a:miter lim="800000"/>
              <a:tailEnd type="triangle" w="lg" len="lg"/>
            </a:ln>
          </p:spPr>
        </p:cxnSp>
        <p:sp>
          <p:nvSpPr>
            <p:cNvPr id="12" name="矩形 16"/>
            <p:cNvSpPr/>
            <p:nvPr/>
          </p:nvSpPr>
          <p:spPr>
            <a:xfrm>
              <a:off x="7235935" y="4017210"/>
              <a:ext cx="1102216" cy="831642"/>
            </a:xfrm>
            <a:prstGeom prst="rect"/>
            <a:noFill/>
            <a:ln w="15875">
              <a:solidFill>
                <a:schemeClr val="accent1">
                  <a:shade val="50000"/>
                </a:schemeClr>
              </a:solidFill>
              <a:prstDash val="sysDash"/>
              <a:miter lim="800000"/>
            </a:ln>
          </p:spPr>
          <p:txBody>
            <a:bodyPr anchor="ctr"/>
            <a:p>
              <a:pPr marL="0" lvl="0" indent="0" algn="ctr" defTabSz="914400">
                <a:lnSpc>
                  <a:spcPct val="100000"/>
                </a:lnSpc>
                <a:spcBef>
                  <a:spcPct val="1"/>
                </a:spcBef>
                <a:spcAft>
                  <a:spcPct val="1"/>
                </a:spcAft>
                <a:buClrTx/>
                <a:buSzTx/>
                <a:buFontTx/>
                <a:buNone/>
              </a:pPr>
              <a:endParaRPr lang="zh-CN" sz="2000" b="false" i="false" u="none" strike="noStrike" kern="1200" spc="0" baseline="0">
                <a:ln>
                  <a:noFill/>
                </a:ln>
                <a:solidFill>
                  <a:schemeClr val="tx1"/>
                </a:solidFill>
                <a:latin typeface="等线"/>
                <a:ea typeface="Arial"/>
              </a:endParaRPr>
            </a:p>
          </p:txBody>
        </p:sp>
        <p:sp>
          <p:nvSpPr>
            <p:cNvPr id="13" name="矩形 17"/>
            <p:cNvSpPr/>
            <p:nvPr/>
          </p:nvSpPr>
          <p:spPr>
            <a:xfrm>
              <a:off x="7250749" y="3222181"/>
              <a:ext cx="1102216" cy="831642"/>
            </a:xfrm>
            <a:prstGeom prst="rect"/>
            <a:solidFill>
              <a:srgbClr val="4D98D8"/>
            </a:solidFill>
            <a:ln w="12700">
              <a:noFill/>
              <a:prstDash val="solid"/>
              <a:miter lim="800000"/>
            </a:ln>
          </p:spPr>
          <p:txBody>
            <a:bodyPr lIns="0" tIns="0" rIns="0" bIns="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900">
                  <a:latin typeface="微软雅黑"/>
                </a:rPr>
                <a:t>上一区块的</a:t>
              </a:r>
              <a:r>
                <a:rPr lang="en-US" sz="900">
                  <a:latin typeface="微软雅黑"/>
                </a:rPr>
                <a:t>Hash</a:t>
              </a:r>
              <a:endParaRPr lang="en-US" sz="900">
                <a:latin typeface="微软雅黑"/>
              </a:endParaRPr>
            </a:p>
          </p:txBody>
        </p:sp>
        <p:sp>
          <p:nvSpPr>
            <p:cNvPr id="14" name="矩形 18"/>
            <p:cNvSpPr/>
            <p:nvPr/>
          </p:nvSpPr>
          <p:spPr>
            <a:xfrm>
              <a:off x="8480373" y="3198643"/>
              <a:ext cx="1102216" cy="834258"/>
            </a:xfrm>
            <a:prstGeom prst="rect"/>
            <a:solidFill>
              <a:srgbClr val="F8C233"/>
            </a:solidFill>
            <a:ln w="12700" cap="flat" cmpd="sng">
              <a:solidFill>
                <a:schemeClr val="accent1">
                  <a:shade val="50000"/>
                </a:schemeClr>
              </a:solidFill>
              <a:prstDash val="solid"/>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700">
                  <a:latin typeface="微软雅黑"/>
                </a:rPr>
                <a:t>本区块的交易集</a:t>
              </a:r>
              <a:r>
                <a:rPr lang="en-US" sz="700">
                  <a:latin typeface="微软雅黑"/>
                </a:rPr>
                <a:t>Hash</a:t>
              </a:r>
              <a:endParaRPr lang="en-US" sz="700">
                <a:latin typeface="微软雅黑"/>
              </a:endParaRPr>
            </a:p>
          </p:txBody>
        </p:sp>
        <p:sp>
          <p:nvSpPr>
            <p:cNvPr id="15" name="矩形 19"/>
            <p:cNvSpPr/>
            <p:nvPr/>
          </p:nvSpPr>
          <p:spPr>
            <a:xfrm>
              <a:off x="8486298" y="4017210"/>
              <a:ext cx="1102216" cy="831642"/>
            </a:xfrm>
            <a:prstGeom prst="rect"/>
            <a:noFill/>
            <a:ln w="15875">
              <a:solidFill>
                <a:schemeClr val="accent1">
                  <a:shade val="50000"/>
                </a:schemeClr>
              </a:solidFill>
              <a:prstDash val="sysDash"/>
              <a:miter lim="800000"/>
            </a:ln>
          </p:spPr>
          <p:txBody>
            <a:bodyPr anchor="ctr"/>
            <a:p>
              <a:pPr marL="0" lvl="0" indent="0" algn="ctr" defTabSz="914400">
                <a:lnSpc>
                  <a:spcPct val="100000"/>
                </a:lnSpc>
                <a:spcBef>
                  <a:spcPct val="1"/>
                </a:spcBef>
                <a:spcAft>
                  <a:spcPct val="1"/>
                </a:spcAft>
                <a:buClrTx/>
                <a:buSzTx/>
                <a:buFontTx/>
                <a:buNone/>
              </a:pPr>
              <a:endParaRPr lang="zh-CN" sz="2000" b="false" i="false" u="none" strike="noStrike" kern="1200" spc="0" baseline="0">
                <a:ln>
                  <a:noFill/>
                </a:ln>
                <a:solidFill>
                  <a:schemeClr val="tx1"/>
                </a:solidFill>
                <a:latin typeface="等线"/>
                <a:ea typeface="Arial"/>
              </a:endParaRPr>
            </a:p>
          </p:txBody>
        </p:sp>
        <p:sp>
          <p:nvSpPr>
            <p:cNvPr id="16" name="文本框 63"/>
            <p:cNvSpPr/>
            <p:nvPr/>
          </p:nvSpPr>
          <p:spPr>
            <a:xfrm>
              <a:off x="7268423" y="4178736"/>
              <a:ext cx="1036642" cy="693710"/>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900">
                  <a:latin typeface="微软雅黑"/>
                  <a:ea typeface="微软雅黑"/>
                </a:rPr>
                <a:t>用来锁定上一区块的内容</a:t>
              </a:r>
              <a:endParaRPr lang="zh-CN" sz="900">
                <a:latin typeface="微软雅黑"/>
                <a:ea typeface="微软雅黑"/>
              </a:endParaRPr>
            </a:p>
          </p:txBody>
        </p:sp>
        <p:sp>
          <p:nvSpPr>
            <p:cNvPr id="17" name="文本框 65"/>
            <p:cNvSpPr/>
            <p:nvPr/>
          </p:nvSpPr>
          <p:spPr>
            <a:xfrm>
              <a:off x="8522492" y="4178736"/>
              <a:ext cx="1036642" cy="693710"/>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900">
                  <a:latin typeface="微软雅黑"/>
                  <a:ea typeface="微软雅黑"/>
                </a:rPr>
                <a:t>用来锁定本区块的内容</a:t>
              </a:r>
              <a:endParaRPr lang="zh-CN" sz="900">
                <a:latin typeface="微软雅黑"/>
                <a:ea typeface="微软雅黑"/>
              </a:endParaRPr>
            </a:p>
          </p:txBody>
        </p:sp>
        <p:sp>
          <p:nvSpPr>
            <p:cNvPr id="18" name="矩形 22"/>
            <p:cNvSpPr/>
            <p:nvPr/>
          </p:nvSpPr>
          <p:spPr>
            <a:xfrm>
              <a:off x="10800358" y="4051208"/>
              <a:ext cx="1102216" cy="831642"/>
            </a:xfrm>
            <a:prstGeom prst="rect"/>
            <a:noFill/>
            <a:ln w="15875">
              <a:solidFill>
                <a:schemeClr val="accent1">
                  <a:shade val="50000"/>
                </a:schemeClr>
              </a:solidFill>
              <a:prstDash val="sysDash"/>
              <a:miter lim="800000"/>
            </a:ln>
          </p:spPr>
          <p:txBody>
            <a:bodyPr anchor="ctr"/>
            <a:p>
              <a:pPr marL="0" lvl="0" indent="0" algn="ctr" defTabSz="914400">
                <a:lnSpc>
                  <a:spcPct val="100000"/>
                </a:lnSpc>
                <a:spcBef>
                  <a:spcPct val="1"/>
                </a:spcBef>
                <a:spcAft>
                  <a:spcPct val="1"/>
                </a:spcAft>
                <a:buClrTx/>
                <a:buSzTx/>
                <a:buFontTx/>
                <a:buNone/>
              </a:pPr>
              <a:endParaRPr lang="zh-CN" sz="2000" b="false" i="false" u="none" strike="noStrike" kern="1200" spc="0" baseline="0">
                <a:ln>
                  <a:noFill/>
                </a:ln>
                <a:solidFill>
                  <a:schemeClr val="tx1"/>
                </a:solidFill>
                <a:latin typeface="等线"/>
                <a:ea typeface="Arial"/>
              </a:endParaRPr>
            </a:p>
          </p:txBody>
        </p:sp>
        <p:sp>
          <p:nvSpPr>
            <p:cNvPr id="19" name="矩形 23"/>
            <p:cNvSpPr/>
            <p:nvPr/>
          </p:nvSpPr>
          <p:spPr>
            <a:xfrm>
              <a:off x="10812210" y="3258795"/>
              <a:ext cx="1102216" cy="831642"/>
            </a:xfrm>
            <a:prstGeom prst="rect"/>
            <a:solidFill>
              <a:srgbClr val="4D98D8"/>
            </a:solidFill>
            <a:ln w="12700">
              <a:noFill/>
              <a:prstDash val="solid"/>
              <a:miter lim="800000"/>
            </a:ln>
          </p:spPr>
          <p:txBody>
            <a:bodyPr lIns="0" tIns="0" rIns="0" bIns="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900">
                  <a:latin typeface="微软雅黑"/>
                </a:rPr>
                <a:t>上一区块的</a:t>
              </a:r>
              <a:r>
                <a:rPr lang="en-US" sz="900">
                  <a:latin typeface="微软雅黑"/>
                </a:rPr>
                <a:t>Hash</a:t>
              </a:r>
              <a:endParaRPr lang="en-US" sz="900">
                <a:latin typeface="微软雅黑"/>
              </a:endParaRPr>
            </a:p>
          </p:txBody>
        </p:sp>
        <p:sp>
          <p:nvSpPr>
            <p:cNvPr id="20" name="矩形 24"/>
            <p:cNvSpPr/>
            <p:nvPr/>
          </p:nvSpPr>
          <p:spPr>
            <a:xfrm>
              <a:off x="12041833" y="3235257"/>
              <a:ext cx="1102216" cy="831642"/>
            </a:xfrm>
            <a:prstGeom prst="rect"/>
            <a:solidFill>
              <a:srgbClr val="F8C233"/>
            </a:solidFill>
            <a:ln w="12700" cap="flat" cmpd="sng">
              <a:solidFill>
                <a:schemeClr val="accent1">
                  <a:shade val="50000"/>
                </a:schemeClr>
              </a:solidFill>
              <a:prstDash val="solid"/>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700">
                  <a:latin typeface="微软雅黑"/>
                </a:rPr>
                <a:t>本区块的交易集</a:t>
              </a:r>
              <a:r>
                <a:rPr lang="en-US" sz="700">
                  <a:latin typeface="微软雅黑"/>
                </a:rPr>
                <a:t>Hash</a:t>
              </a:r>
              <a:endParaRPr lang="en-US" sz="700">
                <a:latin typeface="微软雅黑"/>
              </a:endParaRPr>
            </a:p>
          </p:txBody>
        </p:sp>
        <p:sp>
          <p:nvSpPr>
            <p:cNvPr id="21" name="矩形 25"/>
            <p:cNvSpPr/>
            <p:nvPr/>
          </p:nvSpPr>
          <p:spPr>
            <a:xfrm>
              <a:off x="12047759" y="4051208"/>
              <a:ext cx="1102216" cy="834258"/>
            </a:xfrm>
            <a:prstGeom prst="rect"/>
            <a:noFill/>
            <a:ln w="15875">
              <a:solidFill>
                <a:schemeClr val="accent1">
                  <a:shade val="50000"/>
                </a:schemeClr>
              </a:solidFill>
              <a:prstDash val="sysDash"/>
              <a:miter lim="800000"/>
            </a:ln>
          </p:spPr>
          <p:txBody>
            <a:bodyPr anchor="ctr"/>
            <a:p>
              <a:pPr marL="0" lvl="0" indent="0" algn="ctr" defTabSz="914400">
                <a:lnSpc>
                  <a:spcPct val="100000"/>
                </a:lnSpc>
                <a:spcBef>
                  <a:spcPct val="1"/>
                </a:spcBef>
                <a:spcAft>
                  <a:spcPct val="1"/>
                </a:spcAft>
                <a:buClrTx/>
                <a:buSzTx/>
                <a:buFontTx/>
                <a:buNone/>
              </a:pPr>
              <a:endParaRPr lang="zh-CN" sz="2000" b="false" i="false" u="none" strike="noStrike" kern="1200" spc="0" baseline="0">
                <a:ln>
                  <a:noFill/>
                </a:ln>
                <a:solidFill>
                  <a:schemeClr val="tx1"/>
                </a:solidFill>
                <a:latin typeface="等线"/>
                <a:ea typeface="Arial"/>
              </a:endParaRPr>
            </a:p>
          </p:txBody>
        </p:sp>
        <p:sp>
          <p:nvSpPr>
            <p:cNvPr id="22" name="文本框 70"/>
            <p:cNvSpPr/>
            <p:nvPr/>
          </p:nvSpPr>
          <p:spPr>
            <a:xfrm>
              <a:off x="10830946" y="4214024"/>
              <a:ext cx="1036642" cy="693710"/>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900">
                  <a:latin typeface="微软雅黑"/>
                  <a:ea typeface="微软雅黑"/>
                </a:rPr>
                <a:t>用来锁定上一区块的内容</a:t>
              </a:r>
              <a:endParaRPr lang="zh-CN" sz="900">
                <a:latin typeface="微软雅黑"/>
                <a:ea typeface="微软雅黑"/>
              </a:endParaRPr>
            </a:p>
          </p:txBody>
        </p:sp>
        <p:sp>
          <p:nvSpPr>
            <p:cNvPr id="23" name="文本框 71"/>
            <p:cNvSpPr/>
            <p:nvPr/>
          </p:nvSpPr>
          <p:spPr>
            <a:xfrm>
              <a:off x="12107572" y="4253403"/>
              <a:ext cx="1036642" cy="693710"/>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900">
                  <a:latin typeface="微软雅黑"/>
                  <a:ea typeface="微软雅黑"/>
                </a:rPr>
                <a:t>用来锁定本区块的内容</a:t>
              </a:r>
              <a:endParaRPr lang="zh-CN" sz="900">
                <a:latin typeface="微软雅黑"/>
                <a:ea typeface="微软雅黑"/>
              </a:endParaRPr>
            </a:p>
          </p:txBody>
        </p:sp>
        <p:grpSp>
          <p:nvGrpSpPr>
            <p:cNvPr id="24" name="矩形 28"/>
            <p:cNvGrpSpPr/>
            <p:nvPr/>
          </p:nvGrpSpPr>
          <p:grpSpPr>
            <a:xfrm>
              <a:off x="7232971" y="5207138"/>
              <a:ext cx="2346653" cy="2175869"/>
              <a:chOff x="4927600" y="2133600"/>
              <a:chExt cx="1257300" cy="1320800"/>
            </a:xfrm>
          </p:grpSpPr>
          <p:pic>
            <p:nvPicPr>
              <p:cNvPr id="25" name="矩形 28"/>
              <p:cNvPicPr/>
              <p:nvPr/>
            </p:nvPicPr>
            <p:blipFill>
              <a:blip r:embed="rId3">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4927600" y="2133600"/>
                <a:ext cx="1257300" cy="1320800"/>
              </a:xfrm>
              <a:prstGeom prst="rect"/>
              <a:noFill/>
              <a:ln>
                <a:miter lim="800000"/>
              </a:ln>
            </p:spPr>
          </p:pic>
          <p:sp>
            <p:nvSpPr>
              <p:cNvPr id="26" name=""/>
              <p:cNvSpPr/>
              <p:nvPr/>
            </p:nvSpPr>
            <p:spPr>
              <a:xfrm>
                <a:off x="4929584" y="2138730"/>
                <a:ext cx="1244337" cy="1313868"/>
              </a:xfrm>
              <a:prstGeom prst="rect"/>
              <a:noFill/>
              <a:ln>
                <a:no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2000">
                  <a:latin typeface="等线"/>
                  <a:ea typeface="等线"/>
                </a:endParaRPr>
              </a:p>
            </p:txBody>
          </p:sp>
        </p:grpSp>
        <p:sp>
          <p:nvSpPr>
            <p:cNvPr id="27" name="文本框 73"/>
            <p:cNvSpPr/>
            <p:nvPr/>
          </p:nvSpPr>
          <p:spPr>
            <a:xfrm>
              <a:off x="7103251" y="5245297"/>
              <a:ext cx="2561385" cy="63407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微软雅黑"/>
                  <a:ea typeface="微软雅黑"/>
                </a:rPr>
                <a:t>交易内容</a:t>
              </a:r>
              <a:endParaRPr lang="zh-CN">
                <a:latin typeface="微软雅黑"/>
                <a:ea typeface="微软雅黑"/>
              </a:endParaRPr>
            </a:p>
          </p:txBody>
        </p:sp>
        <p:grpSp>
          <p:nvGrpSpPr>
            <p:cNvPr id="28" name="组 95"/>
            <p:cNvGrpSpPr/>
            <p:nvPr/>
          </p:nvGrpSpPr>
          <p:grpSpPr>
            <a:xfrm>
              <a:off x="7299101" y="6133096"/>
              <a:ext cx="2190885" cy="632397"/>
              <a:chOff x="4132643" y="6399429"/>
              <a:chExt cx="1813338" cy="523418"/>
            </a:xfrm>
          </p:grpSpPr>
          <p:cxnSp>
            <p:nvCxnSpPr>
              <p:cNvPr id="29" name="直线箭头连接符 78"/>
              <p:cNvCxnSpPr/>
              <p:nvPr/>
            </p:nvCxnSpPr>
            <p:spPr>
              <a:xfrm>
                <a:off x="4131861" y="6507518"/>
                <a:ext cx="392376" cy="0"/>
              </a:xfrm>
              <a:prstGeom prst="line"/>
              <a:noFill/>
              <a:ln w="6350">
                <a:solidFill>
                  <a:schemeClr val="accent1"/>
                </a:solidFill>
                <a:miter lim="800000"/>
                <a:tailEnd type="triangle"/>
              </a:ln>
            </p:spPr>
          </p:cxnSp>
          <p:sp>
            <p:nvSpPr>
              <p:cNvPr id="30" name="矩形 82"/>
              <p:cNvSpPr/>
              <p:nvPr/>
            </p:nvSpPr>
            <p:spPr>
              <a:xfrm>
                <a:off x="4534047" y="6399290"/>
                <a:ext cx="448781" cy="201304"/>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1200" b="false" i="false" u="none" strike="noStrike" kern="1200" spc="0" baseline="0">
                  <a:ln>
                    <a:noFill/>
                  </a:ln>
                  <a:solidFill>
                    <a:schemeClr val="tx1"/>
                  </a:solidFill>
                  <a:latin typeface="微软雅黑"/>
                  <a:ea typeface="微软雅黑"/>
                </a:endParaRPr>
              </a:p>
            </p:txBody>
          </p:sp>
          <p:sp>
            <p:nvSpPr>
              <p:cNvPr id="31" name="矩形 83"/>
              <p:cNvSpPr/>
              <p:nvPr/>
            </p:nvSpPr>
            <p:spPr>
              <a:xfrm>
                <a:off x="5085827" y="6399290"/>
                <a:ext cx="448780" cy="201304"/>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1200" b="false" i="false" u="none" strike="noStrike" kern="1200" spc="0" baseline="0">
                  <a:ln>
                    <a:noFill/>
                  </a:ln>
                  <a:solidFill>
                    <a:schemeClr val="tx1"/>
                  </a:solidFill>
                  <a:latin typeface="微软雅黑"/>
                  <a:ea typeface="微软雅黑"/>
                </a:endParaRPr>
              </a:p>
            </p:txBody>
          </p:sp>
          <p:cxnSp>
            <p:nvCxnSpPr>
              <p:cNvPr id="32" name="直线箭头连接符 84"/>
              <p:cNvCxnSpPr/>
              <p:nvPr/>
            </p:nvCxnSpPr>
            <p:spPr>
              <a:xfrm>
                <a:off x="5551774" y="6503188"/>
                <a:ext cx="392376" cy="0"/>
              </a:xfrm>
              <a:prstGeom prst="line"/>
              <a:noFill/>
              <a:ln w="6350">
                <a:solidFill>
                  <a:schemeClr val="accent1"/>
                </a:solidFill>
                <a:miter lim="800000"/>
                <a:tailEnd type="triangle"/>
              </a:ln>
            </p:spPr>
          </p:cxnSp>
          <p:cxnSp>
            <p:nvCxnSpPr>
              <p:cNvPr id="33" name="直线箭头连接符 86"/>
              <p:cNvCxnSpPr/>
              <p:nvPr/>
            </p:nvCxnSpPr>
            <p:spPr>
              <a:xfrm>
                <a:off x="4134314" y="6830036"/>
                <a:ext cx="392376" cy="0"/>
              </a:xfrm>
              <a:prstGeom prst="line"/>
              <a:noFill/>
              <a:ln w="6350">
                <a:solidFill>
                  <a:schemeClr val="accent1"/>
                </a:solidFill>
                <a:miter lim="800000"/>
                <a:tailEnd type="triangle"/>
              </a:ln>
            </p:spPr>
          </p:cxnSp>
          <p:sp>
            <p:nvSpPr>
              <p:cNvPr id="34" name="矩形 86"/>
              <p:cNvSpPr/>
              <p:nvPr/>
            </p:nvSpPr>
            <p:spPr>
              <a:xfrm>
                <a:off x="4534047" y="6721809"/>
                <a:ext cx="448781" cy="201303"/>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1200" b="false" i="false" u="none" strike="noStrike" kern="1200" spc="0" baseline="0">
                  <a:ln>
                    <a:noFill/>
                  </a:ln>
                  <a:solidFill>
                    <a:schemeClr val="tx1"/>
                  </a:solidFill>
                  <a:latin typeface="微软雅黑"/>
                  <a:ea typeface="微软雅黑"/>
                </a:endParaRPr>
              </a:p>
            </p:txBody>
          </p:sp>
          <p:sp>
            <p:nvSpPr>
              <p:cNvPr id="35" name="矩形 87"/>
              <p:cNvSpPr/>
              <p:nvPr/>
            </p:nvSpPr>
            <p:spPr>
              <a:xfrm>
                <a:off x="5085827" y="6721809"/>
                <a:ext cx="451233" cy="201303"/>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en-US" sz="1200" b="false" i="false" u="none" strike="noStrike" kern="1200" spc="0" baseline="0">
                  <a:ln>
                    <a:noFill/>
                  </a:ln>
                  <a:solidFill>
                    <a:schemeClr val="tx1"/>
                  </a:solidFill>
                  <a:latin typeface="微软雅黑"/>
                  <a:ea typeface="微软雅黑"/>
                </a:endParaRPr>
              </a:p>
            </p:txBody>
          </p:sp>
          <p:cxnSp>
            <p:nvCxnSpPr>
              <p:cNvPr id="36" name="直线箭头连接符 90"/>
              <p:cNvCxnSpPr/>
              <p:nvPr/>
            </p:nvCxnSpPr>
            <p:spPr>
              <a:xfrm>
                <a:off x="5554226" y="6825707"/>
                <a:ext cx="392376" cy="0"/>
              </a:xfrm>
              <a:prstGeom prst="line"/>
              <a:noFill/>
              <a:ln w="6350">
                <a:solidFill>
                  <a:schemeClr val="accent1"/>
                </a:solidFill>
                <a:miter lim="800000"/>
                <a:tailEnd type="triangle"/>
              </a:ln>
            </p:spPr>
          </p:cxnSp>
        </p:grpSp>
        <p:grpSp>
          <p:nvGrpSpPr>
            <p:cNvPr id="37" name="矩形 89"/>
            <p:cNvGrpSpPr/>
            <p:nvPr/>
          </p:nvGrpSpPr>
          <p:grpSpPr>
            <a:xfrm>
              <a:off x="10788506" y="5207138"/>
              <a:ext cx="2346653" cy="2175869"/>
              <a:chOff x="6832600" y="2133600"/>
              <a:chExt cx="1257300" cy="1320800"/>
            </a:xfrm>
          </p:grpSpPr>
          <p:pic>
            <p:nvPicPr>
              <p:cNvPr id="38" name="矩形 89"/>
              <p:cNvPicPr/>
              <p:nvPr/>
            </p:nvPicPr>
            <p:blipFill>
              <a:blip r:embed="rId4">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6832600" y="2133600"/>
                <a:ext cx="1257300" cy="1320800"/>
              </a:xfrm>
              <a:prstGeom prst="rect"/>
              <a:noFill/>
              <a:ln>
                <a:miter lim="800000"/>
              </a:ln>
            </p:spPr>
          </p:pic>
          <p:sp>
            <p:nvSpPr>
              <p:cNvPr id="39" name=""/>
              <p:cNvSpPr/>
              <p:nvPr/>
            </p:nvSpPr>
            <p:spPr>
              <a:xfrm>
                <a:off x="6838328" y="2138730"/>
                <a:ext cx="1244337" cy="1313868"/>
              </a:xfrm>
              <a:prstGeom prst="rect"/>
              <a:noFill/>
              <a:ln>
                <a:no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2000">
                  <a:latin typeface="等线"/>
                  <a:ea typeface="等线"/>
                </a:endParaRPr>
              </a:p>
            </p:txBody>
          </p:sp>
        </p:grpSp>
        <p:sp>
          <p:nvSpPr>
            <p:cNvPr id="40" name="文本框 97"/>
            <p:cNvSpPr/>
            <p:nvPr/>
          </p:nvSpPr>
          <p:spPr>
            <a:xfrm>
              <a:off x="10772963" y="5245526"/>
              <a:ext cx="2064548" cy="63407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微软雅黑"/>
                  <a:ea typeface="微软雅黑"/>
                </a:rPr>
                <a:t>交易内容</a:t>
              </a:r>
              <a:endParaRPr lang="zh-CN">
                <a:latin typeface="微软雅黑"/>
                <a:ea typeface="微软雅黑"/>
              </a:endParaRPr>
            </a:p>
          </p:txBody>
        </p:sp>
        <p:grpSp>
          <p:nvGrpSpPr>
            <p:cNvPr id="41" name="组 98"/>
            <p:cNvGrpSpPr/>
            <p:nvPr/>
          </p:nvGrpSpPr>
          <p:grpSpPr>
            <a:xfrm>
              <a:off x="10861624" y="6133096"/>
              <a:ext cx="2190885" cy="632397"/>
              <a:chOff x="4132643" y="6399429"/>
              <a:chExt cx="1813338" cy="523418"/>
            </a:xfrm>
          </p:grpSpPr>
          <p:cxnSp>
            <p:nvCxnSpPr>
              <p:cNvPr id="42" name="直线箭头连接符 99"/>
              <p:cNvCxnSpPr/>
              <p:nvPr/>
            </p:nvCxnSpPr>
            <p:spPr>
              <a:xfrm>
                <a:off x="4133435" y="6507518"/>
                <a:ext cx="392376" cy="0"/>
              </a:xfrm>
              <a:prstGeom prst="line"/>
              <a:noFill/>
              <a:ln w="6350">
                <a:solidFill>
                  <a:schemeClr val="accent1"/>
                </a:solidFill>
                <a:miter lim="800000"/>
                <a:tailEnd type="triangle"/>
              </a:ln>
            </p:spPr>
          </p:cxnSp>
          <p:sp>
            <p:nvSpPr>
              <p:cNvPr id="43" name="矩形 93"/>
              <p:cNvSpPr/>
              <p:nvPr/>
            </p:nvSpPr>
            <p:spPr>
              <a:xfrm>
                <a:off x="4533168" y="6399290"/>
                <a:ext cx="448781" cy="201304"/>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1200" b="false" i="false" u="none" strike="noStrike" kern="1200" spc="0" baseline="0">
                  <a:ln>
                    <a:noFill/>
                  </a:ln>
                  <a:solidFill>
                    <a:schemeClr val="tx1"/>
                  </a:solidFill>
                  <a:latin typeface="微软雅黑"/>
                  <a:ea typeface="微软雅黑"/>
                </a:endParaRPr>
              </a:p>
            </p:txBody>
          </p:sp>
          <p:sp>
            <p:nvSpPr>
              <p:cNvPr id="44" name="矩形 94"/>
              <p:cNvSpPr/>
              <p:nvPr/>
            </p:nvSpPr>
            <p:spPr>
              <a:xfrm>
                <a:off x="5084948" y="6399290"/>
                <a:ext cx="448780" cy="201304"/>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1200" b="false" i="false" u="none" strike="noStrike" kern="1200" spc="0" baseline="0">
                  <a:ln>
                    <a:noFill/>
                  </a:ln>
                  <a:solidFill>
                    <a:schemeClr val="tx1"/>
                  </a:solidFill>
                  <a:latin typeface="微软雅黑"/>
                  <a:ea typeface="微软雅黑"/>
                </a:endParaRPr>
              </a:p>
            </p:txBody>
          </p:sp>
          <p:cxnSp>
            <p:nvCxnSpPr>
              <p:cNvPr id="45" name="直线箭头连接符 103"/>
              <p:cNvCxnSpPr/>
              <p:nvPr/>
            </p:nvCxnSpPr>
            <p:spPr>
              <a:xfrm>
                <a:off x="5550895" y="6503188"/>
                <a:ext cx="392376" cy="0"/>
              </a:xfrm>
              <a:prstGeom prst="line"/>
              <a:noFill/>
              <a:ln w="6350">
                <a:solidFill>
                  <a:schemeClr val="accent1"/>
                </a:solidFill>
                <a:miter lim="800000"/>
                <a:tailEnd type="triangle"/>
              </a:ln>
            </p:spPr>
          </p:cxnSp>
          <p:cxnSp>
            <p:nvCxnSpPr>
              <p:cNvPr id="46" name="直线箭头连接符 105"/>
              <p:cNvCxnSpPr/>
              <p:nvPr/>
            </p:nvCxnSpPr>
            <p:spPr>
              <a:xfrm>
                <a:off x="4135887" y="6830036"/>
                <a:ext cx="392376" cy="0"/>
              </a:xfrm>
              <a:prstGeom prst="line"/>
              <a:noFill/>
              <a:ln w="6350">
                <a:solidFill>
                  <a:schemeClr val="accent1"/>
                </a:solidFill>
                <a:miter lim="800000"/>
                <a:tailEnd type="triangle"/>
              </a:ln>
            </p:spPr>
          </p:cxnSp>
          <p:sp>
            <p:nvSpPr>
              <p:cNvPr id="47" name="矩形 98"/>
              <p:cNvSpPr/>
              <p:nvPr/>
            </p:nvSpPr>
            <p:spPr>
              <a:xfrm>
                <a:off x="4535621" y="6721809"/>
                <a:ext cx="448780" cy="201303"/>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zh-CN" sz="1200" b="false" i="false" u="none" strike="noStrike" kern="1200" spc="0" baseline="0">
                  <a:ln>
                    <a:noFill/>
                  </a:ln>
                  <a:solidFill>
                    <a:schemeClr val="tx1"/>
                  </a:solidFill>
                  <a:latin typeface="微软雅黑"/>
                  <a:ea typeface="微软雅黑"/>
                </a:endParaRPr>
              </a:p>
            </p:txBody>
          </p:sp>
          <p:sp>
            <p:nvSpPr>
              <p:cNvPr id="48" name="矩形 99"/>
              <p:cNvSpPr/>
              <p:nvPr/>
            </p:nvSpPr>
            <p:spPr>
              <a:xfrm>
                <a:off x="5087400" y="6721809"/>
                <a:ext cx="448781" cy="201303"/>
              </a:xfrm>
              <a:prstGeom prst="rect"/>
              <a:solidFill>
                <a:srgbClr val="5DB647"/>
              </a:solidFill>
              <a:ln w="12700">
                <a:noFill/>
                <a:prstDash val="solid"/>
                <a:miter lim="800000"/>
              </a:ln>
            </p:spPr>
            <p:txBody>
              <a:bodyPr anchor="ctr"/>
              <a:p>
                <a:pPr marL="0" lvl="0" indent="0" algn="ctr" defTabSz="914400">
                  <a:lnSpc>
                    <a:spcPct val="100000"/>
                  </a:lnSpc>
                  <a:spcBef>
                    <a:spcPct val="1"/>
                  </a:spcBef>
                  <a:spcAft>
                    <a:spcPct val="1"/>
                  </a:spcAft>
                  <a:buClrTx/>
                  <a:buSzTx/>
                  <a:buFontTx/>
                  <a:buNone/>
                </a:pPr>
                <a:endParaRPr lang="en-US" sz="1200" b="false" i="false" u="none" strike="noStrike" kern="1200" spc="0" baseline="0">
                  <a:ln>
                    <a:noFill/>
                  </a:ln>
                  <a:solidFill>
                    <a:schemeClr val="tx1"/>
                  </a:solidFill>
                  <a:latin typeface="微软雅黑"/>
                  <a:ea typeface="微软雅黑"/>
                </a:endParaRPr>
              </a:p>
            </p:txBody>
          </p:sp>
          <p:cxnSp>
            <p:nvCxnSpPr>
              <p:cNvPr id="49" name="直线箭头连接符 109"/>
              <p:cNvCxnSpPr/>
              <p:nvPr/>
            </p:nvCxnSpPr>
            <p:spPr>
              <a:xfrm>
                <a:off x="5553347" y="6825707"/>
                <a:ext cx="392376" cy="0"/>
              </a:xfrm>
              <a:prstGeom prst="line"/>
              <a:noFill/>
              <a:ln w="6350">
                <a:solidFill>
                  <a:schemeClr val="accent1"/>
                </a:solidFill>
                <a:miter lim="800000"/>
                <a:tailEnd type="triangle"/>
              </a:ln>
            </p:spPr>
          </p:cxnSp>
        </p:grpSp>
      </p:grpSp>
      <p:sp>
        <p:nvSpPr>
          <p:cNvPr id="50" name="文本框 97"/>
          <p:cNvSpPr/>
          <p:nvPr/>
        </p:nvSpPr>
        <p:spPr>
          <a:xfrm>
            <a:off x="3419475" y="4803775"/>
            <a:ext cx="5010150" cy="2286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900">
                <a:latin typeface="仿宋"/>
                <a:ea typeface="仿宋"/>
              </a:rPr>
              <a:t>修改任意一个区块的交易内容，会导致该区块及其后的所有区块</a:t>
            </a:r>
            <a:r>
              <a:rPr lang="en-US" sz="900">
                <a:latin typeface="仿宋"/>
                <a:ea typeface="仿宋"/>
              </a:rPr>
              <a:t>Hash</a:t>
            </a:r>
            <a:r>
              <a:rPr lang="zh-CN" sz="900">
                <a:latin typeface="仿宋"/>
                <a:ea typeface="仿宋"/>
              </a:rPr>
              <a:t>均为错</a:t>
            </a:r>
            <a:endParaRPr lang="zh-CN" sz="900">
              <a:latin typeface="仿宋"/>
              <a:ea typeface="仿宋"/>
            </a:endParaRPr>
          </a:p>
        </p:txBody>
      </p:sp>
      <p:sp>
        <p:nvSpPr>
          <p:cNvPr id="51" name="圆角矩形 101"/>
          <p:cNvSpPr/>
          <p:nvPr/>
        </p:nvSpPr>
        <p:spPr>
          <a:xfrm>
            <a:off x="3348038" y="4013200"/>
            <a:ext cx="1417637" cy="50482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52" name="圆角矩形 102"/>
          <p:cNvSpPr/>
          <p:nvPr/>
        </p:nvSpPr>
        <p:spPr>
          <a:xfrm>
            <a:off x="3421063" y="4100513"/>
            <a:ext cx="514350" cy="338137"/>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上一区块</a:t>
            </a:r>
            <a:r>
              <a:rPr lang="en-US" sz="600">
                <a:solidFill>
                  <a:srgbClr val="000000"/>
                </a:solidFill>
                <a:latin typeface="微软雅黑"/>
              </a:rPr>
              <a:t>Hash</a:t>
            </a:r>
            <a:endParaRPr lang="en-US" sz="600">
              <a:solidFill>
                <a:srgbClr val="000000"/>
              </a:solidFill>
              <a:latin typeface="微软雅黑"/>
            </a:endParaRPr>
          </a:p>
        </p:txBody>
      </p:sp>
      <p:sp>
        <p:nvSpPr>
          <p:cNvPr id="53" name="圆角矩形 103"/>
          <p:cNvSpPr/>
          <p:nvPr/>
        </p:nvSpPr>
        <p:spPr>
          <a:xfrm>
            <a:off x="4068763" y="4086225"/>
            <a:ext cx="560387" cy="346075"/>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本区块交易集</a:t>
            </a:r>
            <a:r>
              <a:rPr lang="en-US" sz="600">
                <a:solidFill>
                  <a:srgbClr val="000000"/>
                </a:solidFill>
                <a:latin typeface="微软雅黑"/>
              </a:rPr>
              <a:t>Hash</a:t>
            </a:r>
            <a:endParaRPr lang="en-US" sz="600">
              <a:solidFill>
                <a:srgbClr val="000000"/>
              </a:solidFill>
              <a:latin typeface="微软雅黑"/>
            </a:endParaRPr>
          </a:p>
        </p:txBody>
      </p:sp>
      <p:sp>
        <p:nvSpPr>
          <p:cNvPr id="54" name="圆角矩形 104"/>
          <p:cNvSpPr/>
          <p:nvPr/>
        </p:nvSpPr>
        <p:spPr>
          <a:xfrm>
            <a:off x="5076825" y="4013200"/>
            <a:ext cx="1435100" cy="50482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55" name="圆角矩形 105"/>
          <p:cNvSpPr/>
          <p:nvPr/>
        </p:nvSpPr>
        <p:spPr>
          <a:xfrm>
            <a:off x="5149850" y="4100513"/>
            <a:ext cx="514350" cy="338137"/>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上一区块</a:t>
            </a:r>
            <a:r>
              <a:rPr lang="en-US" sz="600">
                <a:solidFill>
                  <a:srgbClr val="000000"/>
                </a:solidFill>
                <a:latin typeface="微软雅黑"/>
              </a:rPr>
              <a:t>Hash</a:t>
            </a:r>
            <a:endParaRPr lang="en-US" sz="600">
              <a:solidFill>
                <a:srgbClr val="000000"/>
              </a:solidFill>
              <a:latin typeface="微软雅黑"/>
            </a:endParaRPr>
          </a:p>
        </p:txBody>
      </p:sp>
      <p:sp>
        <p:nvSpPr>
          <p:cNvPr id="56" name="圆角矩形 106"/>
          <p:cNvSpPr/>
          <p:nvPr/>
        </p:nvSpPr>
        <p:spPr>
          <a:xfrm>
            <a:off x="5797550" y="4086225"/>
            <a:ext cx="558800" cy="346075"/>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本区块交易集</a:t>
            </a:r>
            <a:r>
              <a:rPr lang="en-US" sz="600">
                <a:solidFill>
                  <a:srgbClr val="000000"/>
                </a:solidFill>
                <a:latin typeface="微软雅黑"/>
              </a:rPr>
              <a:t>Hash</a:t>
            </a:r>
            <a:endParaRPr lang="en-US" sz="600">
              <a:solidFill>
                <a:srgbClr val="000000"/>
              </a:solidFill>
              <a:latin typeface="微软雅黑"/>
            </a:endParaRPr>
          </a:p>
        </p:txBody>
      </p:sp>
      <p:sp>
        <p:nvSpPr>
          <p:cNvPr id="57" name="圆角矩形 107"/>
          <p:cNvSpPr/>
          <p:nvPr/>
        </p:nvSpPr>
        <p:spPr>
          <a:xfrm>
            <a:off x="6804025" y="4013200"/>
            <a:ext cx="1417638" cy="50482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58" name="圆角矩形 108"/>
          <p:cNvSpPr/>
          <p:nvPr/>
        </p:nvSpPr>
        <p:spPr>
          <a:xfrm>
            <a:off x="6948488" y="4086225"/>
            <a:ext cx="514350" cy="338138"/>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上一区块</a:t>
            </a:r>
            <a:r>
              <a:rPr lang="en-US" sz="600">
                <a:solidFill>
                  <a:srgbClr val="000000"/>
                </a:solidFill>
                <a:latin typeface="微软雅黑"/>
              </a:rPr>
              <a:t>Hash</a:t>
            </a:r>
            <a:endParaRPr lang="en-US" sz="600">
              <a:solidFill>
                <a:srgbClr val="000000"/>
              </a:solidFill>
              <a:latin typeface="微软雅黑"/>
            </a:endParaRPr>
          </a:p>
        </p:txBody>
      </p:sp>
      <p:sp>
        <p:nvSpPr>
          <p:cNvPr id="59" name="圆角矩形 109"/>
          <p:cNvSpPr/>
          <p:nvPr/>
        </p:nvSpPr>
        <p:spPr>
          <a:xfrm>
            <a:off x="7524750" y="4086225"/>
            <a:ext cx="560388" cy="346075"/>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本区块交易集</a:t>
            </a:r>
            <a:r>
              <a:rPr lang="en-US" sz="600">
                <a:solidFill>
                  <a:srgbClr val="000000"/>
                </a:solidFill>
                <a:latin typeface="微软雅黑"/>
              </a:rPr>
              <a:t>Hash</a:t>
            </a:r>
            <a:endParaRPr lang="en-US" sz="600">
              <a:solidFill>
                <a:srgbClr val="000000"/>
              </a:solidFill>
              <a:latin typeface="微软雅黑"/>
            </a:endParaRPr>
          </a:p>
        </p:txBody>
      </p:sp>
      <p:cxnSp>
        <p:nvCxnSpPr>
          <p:cNvPr id="60" name="直接箭头连接符 110"/>
          <p:cNvCxnSpPr>
            <a:endCxn id="53" idx="0"/>
          </p:cNvCxnSpPr>
          <p:nvPr/>
        </p:nvCxnSpPr>
        <p:spPr>
          <a:xfrm flipH="true">
            <a:off x="4348163" y="3787775"/>
            <a:ext cx="28575" cy="298450"/>
          </a:xfrm>
          <a:prstGeom prst="line"/>
          <a:noFill/>
          <a:ln w="12700">
            <a:solidFill>
              <a:schemeClr val="accent2"/>
            </a:solidFill>
            <a:miter lim="800000"/>
            <a:tailEnd type="arrow"/>
          </a:ln>
        </p:spPr>
      </p:cxnSp>
      <p:sp>
        <p:nvSpPr>
          <p:cNvPr id="61" name="文本框 111"/>
          <p:cNvSpPr/>
          <p:nvPr/>
        </p:nvSpPr>
        <p:spPr>
          <a:xfrm>
            <a:off x="4356100" y="3724275"/>
            <a:ext cx="1063625" cy="22225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800" b="true">
                <a:latin typeface="微软雅黑"/>
                <a:ea typeface="微软雅黑"/>
              </a:rPr>
              <a:t>篡改某个交易内容</a:t>
            </a:r>
            <a:endParaRPr lang="zh-CN" sz="800" b="true">
              <a:latin typeface="微软雅黑"/>
              <a:ea typeface="微软雅黑"/>
            </a:endParaRPr>
          </a:p>
        </p:txBody>
      </p:sp>
      <p:sp>
        <p:nvSpPr>
          <p:cNvPr id="62" name="乘号 112"/>
          <p:cNvSpPr/>
          <p:nvPr/>
        </p:nvSpPr>
        <p:spPr>
          <a:xfrm>
            <a:off x="4429125" y="4230688"/>
            <a:ext cx="277813" cy="357187"/>
          </a:xfrm>
          <a:custGeom>
            <a:pathLst>
              <a:path w="277813" h="357187">
                <a:moveTo>
                  <a:pt x="40937" y="105853"/>
                </a:moveTo>
                <a:lnTo>
                  <a:pt x="92509" y="65720"/>
                </a:lnTo>
                <a:lnTo>
                  <a:pt x="138907" y="125373"/>
                </a:lnTo>
                <a:lnTo>
                  <a:pt x="185303" y="65720"/>
                </a:lnTo>
                <a:lnTo>
                  <a:pt x="236875" y="105853"/>
                </a:lnTo>
                <a:lnTo>
                  <a:pt x="180299" y="178593"/>
                </a:lnTo>
                <a:lnTo>
                  <a:pt x="236875" y="251333"/>
                </a:lnTo>
                <a:lnTo>
                  <a:pt x="185303" y="291466"/>
                </a:lnTo>
                <a:lnTo>
                  <a:pt x="138907" y="231813"/>
                </a:lnTo>
                <a:lnTo>
                  <a:pt x="92509" y="291466"/>
                </a:lnTo>
                <a:lnTo>
                  <a:pt x="40937" y="251333"/>
                </a:lnTo>
                <a:lnTo>
                  <a:pt x="97513" y="178593"/>
                </a:lnTo>
                <a:lnTo>
                  <a:pt x="40937" y="105853"/>
                </a:lnTo>
                <a:close/>
              </a:path>
            </a:pathLst>
          </a:custGeom>
          <a:solidFill>
            <a:srgbClr val="FF0000"/>
          </a:solidFill>
          <a:ln w="19050">
            <a:solidFill>
              <a:srgbClr val="FF0000"/>
            </a:solidFill>
            <a:round/>
          </a:ln>
        </p:spPr>
        <p:txBody>
          <a:bodyPr/>
          <a:p/>
        </p:txBody>
      </p:sp>
      <p:cxnSp>
        <p:nvCxnSpPr>
          <p:cNvPr id="63" name="直接箭头连接符 113"/>
          <p:cNvCxnSpPr>
            <a:stCxn id="51" idx="3"/>
            <a:endCxn id="55" idx="1"/>
          </p:cNvCxnSpPr>
          <p:nvPr/>
        </p:nvCxnSpPr>
        <p:spPr>
          <a:xfrm>
            <a:off x="4765675" y="4265613"/>
            <a:ext cx="384175" cy="4762"/>
          </a:xfrm>
          <a:prstGeom prst="line"/>
          <a:noFill/>
          <a:ln w="12700">
            <a:solidFill>
              <a:srgbClr val="FFD659"/>
            </a:solidFill>
            <a:miter lim="800000"/>
            <a:tailEnd type="arrow"/>
          </a:ln>
        </p:spPr>
      </p:cxnSp>
      <p:cxnSp>
        <p:nvCxnSpPr>
          <p:cNvPr id="64" name="直接箭头连接符 114"/>
          <p:cNvCxnSpPr>
            <a:endCxn id="58" idx="1"/>
          </p:cNvCxnSpPr>
          <p:nvPr/>
        </p:nvCxnSpPr>
        <p:spPr>
          <a:xfrm flipV="true">
            <a:off x="6516688" y="4254500"/>
            <a:ext cx="431800" cy="1588"/>
          </a:xfrm>
          <a:prstGeom prst="line"/>
          <a:noFill/>
          <a:ln w="12700">
            <a:solidFill>
              <a:srgbClr val="FFD659"/>
            </a:solidFill>
            <a:miter lim="800000"/>
            <a:tailEnd type="arrow"/>
          </a:ln>
        </p:spPr>
      </p:cxnSp>
      <p:sp>
        <p:nvSpPr>
          <p:cNvPr id="65" name="乘号 115"/>
          <p:cNvSpPr/>
          <p:nvPr/>
        </p:nvSpPr>
        <p:spPr>
          <a:xfrm>
            <a:off x="5292725" y="4302125"/>
            <a:ext cx="277813" cy="357188"/>
          </a:xfrm>
          <a:custGeom>
            <a:pathLst>
              <a:path w="277813" h="357188">
                <a:moveTo>
                  <a:pt x="40937" y="105853"/>
                </a:moveTo>
                <a:lnTo>
                  <a:pt x="92509" y="65721"/>
                </a:lnTo>
                <a:lnTo>
                  <a:pt x="138907" y="125374"/>
                </a:lnTo>
                <a:lnTo>
                  <a:pt x="185303" y="65721"/>
                </a:lnTo>
                <a:lnTo>
                  <a:pt x="236875" y="105853"/>
                </a:lnTo>
                <a:lnTo>
                  <a:pt x="180299" y="178594"/>
                </a:lnTo>
                <a:lnTo>
                  <a:pt x="236875" y="251334"/>
                </a:lnTo>
                <a:lnTo>
                  <a:pt x="185303" y="291466"/>
                </a:lnTo>
                <a:lnTo>
                  <a:pt x="138907" y="231813"/>
                </a:lnTo>
                <a:lnTo>
                  <a:pt x="92509" y="291466"/>
                </a:lnTo>
                <a:lnTo>
                  <a:pt x="40937" y="251334"/>
                </a:lnTo>
                <a:lnTo>
                  <a:pt x="97513" y="178594"/>
                </a:lnTo>
                <a:lnTo>
                  <a:pt x="40937" y="105853"/>
                </a:lnTo>
                <a:close/>
              </a:path>
            </a:pathLst>
          </a:custGeom>
          <a:solidFill>
            <a:srgbClr val="FF0000"/>
          </a:solidFill>
          <a:ln w="19050">
            <a:solidFill>
              <a:srgbClr val="FF0000"/>
            </a:solidFill>
            <a:round/>
          </a:ln>
        </p:spPr>
        <p:txBody>
          <a:bodyPr/>
          <a:p/>
        </p:txBody>
      </p:sp>
      <p:sp>
        <p:nvSpPr>
          <p:cNvPr id="66" name="乘号 116"/>
          <p:cNvSpPr/>
          <p:nvPr/>
        </p:nvSpPr>
        <p:spPr>
          <a:xfrm>
            <a:off x="7021513" y="4302125"/>
            <a:ext cx="277812" cy="357188"/>
          </a:xfrm>
          <a:custGeom>
            <a:pathLst>
              <a:path w="277812" h="357188">
                <a:moveTo>
                  <a:pt x="40937" y="105853"/>
                </a:moveTo>
                <a:lnTo>
                  <a:pt x="92509" y="65721"/>
                </a:lnTo>
                <a:lnTo>
                  <a:pt x="138906" y="125374"/>
                </a:lnTo>
                <a:lnTo>
                  <a:pt x="185302" y="65721"/>
                </a:lnTo>
                <a:lnTo>
                  <a:pt x="236874" y="105853"/>
                </a:lnTo>
                <a:lnTo>
                  <a:pt x="180299" y="178594"/>
                </a:lnTo>
                <a:lnTo>
                  <a:pt x="236874" y="251334"/>
                </a:lnTo>
                <a:lnTo>
                  <a:pt x="185302" y="291466"/>
                </a:lnTo>
                <a:lnTo>
                  <a:pt x="138906" y="231813"/>
                </a:lnTo>
                <a:lnTo>
                  <a:pt x="92509" y="291466"/>
                </a:lnTo>
                <a:lnTo>
                  <a:pt x="40937" y="251334"/>
                </a:lnTo>
                <a:lnTo>
                  <a:pt x="97512" y="178594"/>
                </a:lnTo>
                <a:lnTo>
                  <a:pt x="40937" y="105853"/>
                </a:lnTo>
                <a:close/>
              </a:path>
            </a:pathLst>
          </a:custGeom>
          <a:solidFill>
            <a:srgbClr val="FF0000"/>
          </a:solidFill>
          <a:ln w="19050">
            <a:solidFill>
              <a:srgbClr val="FF0000"/>
            </a:solidFill>
            <a:round/>
          </a:ln>
        </p:spPr>
        <p:txBody>
          <a:bodyPr/>
          <a:p/>
        </p:txBody>
      </p:sp>
      <p:sp>
        <p:nvSpPr>
          <p:cNvPr id="67" name="文本框 1"/>
          <p:cNvSpPr/>
          <p:nvPr/>
        </p:nvSpPr>
        <p:spPr>
          <a:xfrm>
            <a:off x="3779838" y="4518025"/>
            <a:ext cx="631825" cy="2540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区块</a:t>
            </a:r>
            <a:r>
              <a:rPr lang="en-US" sz="1000">
                <a:latin typeface="微软雅黑"/>
                <a:ea typeface="微软雅黑"/>
              </a:rPr>
              <a:t>A</a:t>
            </a:r>
            <a:endParaRPr lang="en-US" sz="1000">
              <a:latin typeface="微软雅黑"/>
              <a:ea typeface="微软雅黑"/>
            </a:endParaRPr>
          </a:p>
        </p:txBody>
      </p:sp>
      <p:sp>
        <p:nvSpPr>
          <p:cNvPr id="68" name="文本框 2"/>
          <p:cNvSpPr/>
          <p:nvPr/>
        </p:nvSpPr>
        <p:spPr>
          <a:xfrm>
            <a:off x="5508625" y="4518025"/>
            <a:ext cx="631825" cy="2540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区块</a:t>
            </a:r>
            <a:r>
              <a:rPr lang="en-US" sz="1000">
                <a:latin typeface="微软雅黑"/>
                <a:ea typeface="微软雅黑"/>
              </a:rPr>
              <a:t>B</a:t>
            </a:r>
            <a:endParaRPr lang="en-US" sz="1000">
              <a:latin typeface="微软雅黑"/>
              <a:ea typeface="微软雅黑"/>
            </a:endParaRPr>
          </a:p>
        </p:txBody>
      </p:sp>
      <p:sp>
        <p:nvSpPr>
          <p:cNvPr id="69" name="文本框 3"/>
          <p:cNvSpPr/>
          <p:nvPr/>
        </p:nvSpPr>
        <p:spPr>
          <a:xfrm>
            <a:off x="7164388" y="4518025"/>
            <a:ext cx="631825" cy="2540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区块</a:t>
            </a:r>
            <a:r>
              <a:rPr lang="en-US" sz="1000">
                <a:latin typeface="微软雅黑"/>
                <a:ea typeface="微软雅黑"/>
              </a:rPr>
              <a:t>C</a:t>
            </a:r>
            <a:endParaRPr lang="en-US" sz="1000">
              <a:latin typeface="微软雅黑"/>
              <a:ea typeface="微软雅黑"/>
            </a:endParaRPr>
          </a:p>
        </p:txBody>
      </p:sp>
    </p:spTree>
  </p:cSld>
  <p:clrMapOvr>
    <a:masterClrMapping/>
  </p:clrMapOvr>
</p:sld>
</file>

<file path=ppt/slides/slide10.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70" name=""/>
        <p:cNvGrpSpPr/>
        <p:nvPr/>
      </p:nvGrpSpPr>
      <p:grpSpPr>
        <a:xfrm>
          <a:off x="0" y="0"/>
          <a:ext cx="0" cy="0"/>
          <a:chOff x="0" y="0"/>
          <a:chExt cx="0" cy="0"/>
        </a:xfrm>
      </p:grpSpPr>
      <p:sp>
        <p:nvSpPr>
          <p:cNvPr id="71" name="圆角矩形 10"/>
          <p:cNvSpPr/>
          <p:nvPr/>
        </p:nvSpPr>
        <p:spPr>
          <a:xfrm>
            <a:off x="336550" y="3416300"/>
            <a:ext cx="3586163" cy="1674813"/>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72"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94EFB214-09D7-43E0-B1D3-66C469502A29}" type="slidenum">
              <a:rPr lang="en-US" sz="900">
                <a:solidFill>
                  <a:srgbClr val="898989"/>
                </a:solidFill>
                <a:ea typeface="黑体"/>
              </a:rPr>
              <a:t>10</a:t>
            </a:fld>
            <a:endParaRPr lang="en-US" sz="900">
              <a:solidFill>
                <a:srgbClr val="898989"/>
              </a:solidFill>
              <a:ea typeface="黑体"/>
            </a:endParaRPr>
          </a:p>
        </p:txBody>
      </p:sp>
      <p:sp>
        <p:nvSpPr>
          <p:cNvPr id="73" name="标题 1"/>
          <p:cNvSpPr>
            <a:spLocks noGrp="true" noChangeArrowheads="true"/>
          </p:cNvSpPr>
          <p:nvPr>
            <p:ph type="title"/>
          </p:nvPr>
        </p:nvSpPr>
        <p:spPr>
          <a:xfrm>
            <a:off x="936625" y="142875"/>
            <a:ext cx="8207375" cy="484188"/>
          </a:xfrm>
          <a:prstGeom prst="rect"/>
        </p:spPr>
        <p:txBody>
          <a:bodyPr vert="horz" lIns="91440" tIns="45720" rIns="91440" bIns="45720" anchor="ctr">
            <a:normAutofit fontScale="90000"/>
          </a:bodyPr>
          <a:p>
            <a:pPr marL="0" lvl="0" indent="0" algn="l" defTabSz="685800">
              <a:lnSpc>
                <a:spcPct val="90000"/>
              </a:lnSpc>
              <a:spcBef>
                <a:spcPct val="1"/>
              </a:spcBef>
              <a:spcAft>
                <a:spcPct val="1"/>
              </a:spcAft>
              <a:buClrTx/>
              <a:buSzTx/>
              <a:buFontTx/>
              <a:buNone/>
            </a:pPr>
            <a:r>
              <a:rPr lang="zh-CN" sz="3300" b="false" i="false" u="none" strike="noStrike" kern="1200" spc="0" baseline="0">
                <a:ln>
                  <a:noFill/>
                </a:ln>
                <a:solidFill>
                  <a:srgbClr val="0070C0"/>
                </a:solidFill>
                <a:latin typeface="微软雅黑"/>
                <a:ea typeface="Arial"/>
              </a:rPr>
              <a:t>交易UTXO</a:t>
            </a:r>
            <a:endParaRPr/>
          </a:p>
        </p:txBody>
      </p:sp>
      <p:sp>
        <p:nvSpPr>
          <p:cNvPr id="74" name="文本框 36"/>
          <p:cNvSpPr/>
          <p:nvPr/>
        </p:nvSpPr>
        <p:spPr>
          <a:xfrm>
            <a:off x="611188" y="1131888"/>
            <a:ext cx="3055937" cy="1127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a:latin typeface="微软雅黑"/>
                <a:ea typeface="黑体"/>
              </a:rPr>
              <a:t>交易过程</a:t>
            </a:r>
            <a:endParaRPr lang="en-US" sz="1000">
              <a:latin typeface="仿宋"/>
              <a:ea typeface="仿宋"/>
            </a:endParaRPr>
          </a:p>
          <a:p>
            <a:pPr marL="0" lvl="0" indent="0">
              <a:buChar char="Ø"/>
            </a:pPr>
            <a:r>
              <a:rPr lang="en-US" sz="1200">
                <a:latin typeface="仿宋"/>
                <a:ea typeface="仿宋"/>
              </a:rPr>
              <a:t>Alice</a:t>
            </a:r>
            <a:r>
              <a:rPr lang="zh-CN" sz="1200">
                <a:latin typeface="仿宋"/>
                <a:ea typeface="仿宋"/>
              </a:rPr>
              <a:t>获得区块</a:t>
            </a:r>
            <a:r>
              <a:rPr lang="en-US" sz="1200">
                <a:latin typeface="仿宋"/>
                <a:ea typeface="仿宋"/>
              </a:rPr>
              <a:t>1</a:t>
            </a:r>
            <a:r>
              <a:rPr lang="zh-CN" sz="1400">
                <a:latin typeface="仿宋"/>
                <a:ea typeface="仿宋"/>
              </a:rPr>
              <a:t>挖矿奖励</a:t>
            </a:r>
            <a:endParaRPr lang="zh-CN" sz="1400">
              <a:latin typeface="仿宋"/>
              <a:ea typeface="仿宋"/>
            </a:endParaRPr>
          </a:p>
          <a:p>
            <a:pPr marL="0" lvl="0" indent="0">
              <a:buChar char="Ø"/>
            </a:pPr>
            <a:r>
              <a:rPr lang="en-US" sz="1200">
                <a:latin typeface="仿宋"/>
                <a:ea typeface="仿宋"/>
              </a:rPr>
              <a:t>Alice</a:t>
            </a:r>
            <a:r>
              <a:rPr lang="zh-CN" sz="1200">
                <a:latin typeface="仿宋"/>
                <a:ea typeface="仿宋"/>
              </a:rPr>
              <a:t>转账</a:t>
            </a:r>
            <a:r>
              <a:rPr lang="en-US" sz="1200">
                <a:latin typeface="仿宋"/>
                <a:ea typeface="仿宋"/>
              </a:rPr>
              <a:t>7</a:t>
            </a:r>
            <a:r>
              <a:rPr lang="zh-CN" sz="1200">
                <a:latin typeface="仿宋"/>
                <a:ea typeface="仿宋"/>
              </a:rPr>
              <a:t>给</a:t>
            </a:r>
            <a:r>
              <a:rPr lang="en-US" sz="1200">
                <a:latin typeface="仿宋"/>
                <a:ea typeface="仿宋"/>
              </a:rPr>
              <a:t>Bob</a:t>
            </a:r>
            <a:endParaRPr lang="en-US" sz="1200">
              <a:latin typeface="仿宋"/>
              <a:ea typeface="仿宋"/>
            </a:endParaRPr>
          </a:p>
          <a:p>
            <a:pPr marL="0" lvl="0" indent="0">
              <a:buChar char="Ø"/>
            </a:pPr>
            <a:r>
              <a:rPr lang="en-US" sz="1200">
                <a:latin typeface="仿宋"/>
                <a:ea typeface="仿宋"/>
              </a:rPr>
              <a:t>Bob</a:t>
            </a:r>
            <a:r>
              <a:rPr lang="zh-CN" sz="1200">
                <a:latin typeface="仿宋"/>
                <a:ea typeface="仿宋"/>
              </a:rPr>
              <a:t>转账</a:t>
            </a:r>
            <a:r>
              <a:rPr lang="en-US" sz="1200">
                <a:latin typeface="仿宋"/>
                <a:ea typeface="仿宋"/>
              </a:rPr>
              <a:t>3</a:t>
            </a:r>
            <a:r>
              <a:rPr lang="zh-CN" sz="1200">
                <a:latin typeface="仿宋"/>
                <a:ea typeface="仿宋"/>
              </a:rPr>
              <a:t>给</a:t>
            </a:r>
            <a:r>
              <a:rPr lang="en-US" sz="1200">
                <a:latin typeface="仿宋"/>
                <a:ea typeface="仿宋"/>
              </a:rPr>
              <a:t>Lily</a:t>
            </a:r>
            <a:r>
              <a:rPr lang="zh-CN" sz="1200">
                <a:latin typeface="仿宋"/>
                <a:ea typeface="仿宋"/>
              </a:rPr>
              <a:t>，转账</a:t>
            </a:r>
            <a:r>
              <a:rPr lang="en-US" sz="1200">
                <a:latin typeface="仿宋"/>
                <a:ea typeface="仿宋"/>
              </a:rPr>
              <a:t>4</a:t>
            </a:r>
            <a:r>
              <a:rPr lang="zh-CN" sz="1200">
                <a:latin typeface="仿宋"/>
                <a:ea typeface="仿宋"/>
              </a:rPr>
              <a:t>给</a:t>
            </a:r>
            <a:r>
              <a:rPr lang="en-US" sz="1200">
                <a:latin typeface="仿宋"/>
                <a:ea typeface="仿宋"/>
              </a:rPr>
              <a:t>Victor</a:t>
            </a:r>
            <a:endParaRPr lang="en-US" sz="1200">
              <a:latin typeface="仿宋"/>
              <a:ea typeface="仿宋"/>
            </a:endParaRPr>
          </a:p>
          <a:p>
            <a:pPr marL="628650" lvl="1" indent="-171450">
              <a:buChar char="Ø"/>
            </a:pPr>
            <a:endParaRPr lang="en-US" sz="1200">
              <a:latin typeface="仿宋"/>
              <a:ea typeface="仿宋"/>
            </a:endParaRPr>
          </a:p>
        </p:txBody>
      </p:sp>
      <p:sp>
        <p:nvSpPr>
          <p:cNvPr id="75" name="文本框 42"/>
          <p:cNvSpPr/>
          <p:nvPr/>
        </p:nvSpPr>
        <p:spPr>
          <a:xfrm>
            <a:off x="8099425" y="4227513"/>
            <a:ext cx="2447925" cy="5492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171450" lvl="0" indent="-171450"/>
            <a:r>
              <a:rPr lang="en-US" sz="1200">
                <a:latin typeface="微软雅黑"/>
              </a:rPr>
              <a:t>输出状态</a:t>
            </a:r>
            <a:endParaRPr lang="en-US" sz="1200">
              <a:latin typeface="微软雅黑"/>
            </a:endParaRPr>
          </a:p>
          <a:p>
            <a:pPr marL="171450" lvl="0" indent="-171450">
              <a:buChar char="•"/>
            </a:pPr>
            <a:r>
              <a:rPr lang="en-US" sz="900">
                <a:solidFill>
                  <a:srgbClr val="00B050"/>
                </a:solidFill>
                <a:latin typeface="仿宋"/>
                <a:ea typeface="仿宋"/>
              </a:rPr>
              <a:t>绿色未花费</a:t>
            </a:r>
            <a:endParaRPr lang="en-US" sz="900">
              <a:solidFill>
                <a:srgbClr val="00B050"/>
              </a:solidFill>
              <a:latin typeface="仿宋"/>
              <a:ea typeface="仿宋"/>
            </a:endParaRPr>
          </a:p>
          <a:p>
            <a:pPr marL="171450" lvl="0" indent="-171450">
              <a:buChar char="•"/>
            </a:pPr>
            <a:r>
              <a:rPr lang="en-US" sz="900">
                <a:solidFill>
                  <a:srgbClr val="FF0000"/>
                </a:solidFill>
                <a:latin typeface="仿宋"/>
                <a:ea typeface="仿宋"/>
              </a:rPr>
              <a:t>红色已花费</a:t>
            </a:r>
            <a:endParaRPr lang="en-US" sz="900">
              <a:solidFill>
                <a:srgbClr val="FF0000"/>
              </a:solidFill>
              <a:latin typeface="仿宋"/>
              <a:ea typeface="仿宋"/>
            </a:endParaRPr>
          </a:p>
        </p:txBody>
      </p:sp>
      <p:grpSp>
        <p:nvGrpSpPr>
          <p:cNvPr id="76" name="组合 72"/>
          <p:cNvGrpSpPr/>
          <p:nvPr/>
        </p:nvGrpSpPr>
        <p:grpSpPr>
          <a:xfrm>
            <a:off x="4787900" y="1274763"/>
            <a:ext cx="3095625" cy="895350"/>
            <a:chOff x="2267838" y="1635685"/>
            <a:chExt cx="3096217" cy="864056"/>
          </a:xfrm>
        </p:grpSpPr>
        <p:sp>
          <p:nvSpPr>
            <p:cNvPr id="77" name="矩形 73"/>
            <p:cNvSpPr/>
            <p:nvPr/>
          </p:nvSpPr>
          <p:spPr>
            <a:xfrm>
              <a:off x="2267838" y="1635685"/>
              <a:ext cx="1152745" cy="216014"/>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类型：挖矿奖励</a:t>
              </a:r>
              <a:endParaRPr lang="zh-CN" sz="1000">
                <a:latin typeface="微软雅黑"/>
                <a:ea typeface="微软雅黑"/>
              </a:endParaRPr>
            </a:p>
          </p:txBody>
        </p:sp>
        <p:sp>
          <p:nvSpPr>
            <p:cNvPr id="78" name="矩形 74"/>
            <p:cNvSpPr/>
            <p:nvPr/>
          </p:nvSpPr>
          <p:spPr>
            <a:xfrm>
              <a:off x="3420583" y="1635685"/>
              <a:ext cx="1943472" cy="216014"/>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交易</a:t>
              </a:r>
              <a:r>
                <a:rPr lang="en-US" sz="1000" b="false" i="false" u="none" strike="noStrike" kern="1200" spc="0" baseline="0">
                  <a:ln>
                    <a:noFill/>
                  </a:ln>
                  <a:solidFill>
                    <a:schemeClr val="tx1"/>
                  </a:solidFill>
                  <a:latin typeface="微软雅黑"/>
                  <a:ea typeface="微软雅黑"/>
                </a:rPr>
                <a:t>id</a:t>
              </a:r>
              <a:r>
                <a:rPr lang="zh-CN" sz="1000" b="false" i="false" u="none" strike="noStrike" kern="1200" spc="0" baseline="0">
                  <a:ln>
                    <a:noFill/>
                  </a:ln>
                  <a:solidFill>
                    <a:schemeClr val="tx1"/>
                  </a:solidFill>
                  <a:latin typeface="微软雅黑"/>
                  <a:ea typeface="微软雅黑"/>
                </a:rPr>
                <a:t>：</a:t>
              </a:r>
              <a:r>
                <a:rPr lang="en-US" sz="1000" b="false" i="false" u="none" strike="noStrike" kern="1200" spc="0" baseline="0">
                  <a:ln>
                    <a:noFill/>
                  </a:ln>
                  <a:solidFill>
                    <a:schemeClr val="tx1"/>
                  </a:solidFill>
                  <a:latin typeface="微软雅黑"/>
                  <a:ea typeface="微软雅黑"/>
                </a:rPr>
                <a:t>1</a:t>
              </a:r>
              <a:endParaRPr lang="zh-CN" sz="1000" b="false" i="false" u="none" strike="noStrike" kern="1200" spc="0" baseline="0">
                <a:ln>
                  <a:noFill/>
                </a:ln>
                <a:solidFill>
                  <a:schemeClr val="tx1"/>
                </a:solidFill>
                <a:latin typeface="微软雅黑"/>
                <a:ea typeface="微软雅黑"/>
              </a:endParaRPr>
            </a:p>
          </p:txBody>
        </p:sp>
        <p:sp>
          <p:nvSpPr>
            <p:cNvPr id="79" name="矩形 75"/>
            <p:cNvSpPr/>
            <p:nvPr/>
          </p:nvSpPr>
          <p:spPr>
            <a:xfrm>
              <a:off x="2267838" y="1851699"/>
              <a:ext cx="1152745" cy="216014"/>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输入</a:t>
              </a:r>
              <a:endParaRPr lang="zh-CN" sz="1000">
                <a:latin typeface="微软雅黑"/>
                <a:ea typeface="微软雅黑"/>
              </a:endParaRPr>
            </a:p>
          </p:txBody>
        </p:sp>
        <p:sp>
          <p:nvSpPr>
            <p:cNvPr id="80" name="矩形 76"/>
            <p:cNvSpPr/>
            <p:nvPr/>
          </p:nvSpPr>
          <p:spPr>
            <a:xfrm>
              <a:off x="3420583" y="1851699"/>
              <a:ext cx="1943472" cy="216014"/>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输出</a:t>
              </a:r>
              <a:endParaRPr lang="zh-CN" sz="1000">
                <a:latin typeface="微软雅黑"/>
                <a:ea typeface="微软雅黑"/>
              </a:endParaRPr>
            </a:p>
          </p:txBody>
        </p:sp>
        <p:sp>
          <p:nvSpPr>
            <p:cNvPr id="81" name="矩形 77"/>
            <p:cNvSpPr/>
            <p:nvPr/>
          </p:nvSpPr>
          <p:spPr>
            <a:xfrm>
              <a:off x="2267838" y="2067714"/>
              <a:ext cx="1152081" cy="432027"/>
            </a:xfrm>
            <a:prstGeom prst="rect"/>
            <a:solidFill>
              <a:schemeClr val="bg1"/>
            </a:solidFill>
            <a:ln w="19050">
              <a:solidFill>
                <a:srgbClr val="404040"/>
              </a:solidFill>
              <a:roun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区块</a:t>
              </a:r>
              <a:r>
                <a:rPr lang="en-US" sz="1000">
                  <a:latin typeface="微软雅黑"/>
                  <a:ea typeface="微软雅黑"/>
                </a:rPr>
                <a:t>1</a:t>
              </a:r>
              <a:r>
                <a:rPr lang="zh-CN" sz="1000">
                  <a:latin typeface="微软雅黑"/>
                  <a:ea typeface="微软雅黑"/>
                </a:rPr>
                <a:t>奖励</a:t>
              </a:r>
              <a:endParaRPr lang="zh-CN" sz="1000">
                <a:latin typeface="微软雅黑"/>
                <a:ea typeface="微软雅黑"/>
              </a:endParaRPr>
            </a:p>
          </p:txBody>
        </p:sp>
        <p:sp>
          <p:nvSpPr>
            <p:cNvPr id="82" name="矩形 78"/>
            <p:cNvSpPr/>
            <p:nvPr/>
          </p:nvSpPr>
          <p:spPr>
            <a:xfrm>
              <a:off x="3420583" y="2067713"/>
              <a:ext cx="574785" cy="216014"/>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序号</a:t>
              </a:r>
              <a:endParaRPr/>
            </a:p>
          </p:txBody>
        </p:sp>
        <p:sp>
          <p:nvSpPr>
            <p:cNvPr id="83" name="矩形 79"/>
            <p:cNvSpPr/>
            <p:nvPr/>
          </p:nvSpPr>
          <p:spPr>
            <a:xfrm>
              <a:off x="3995368" y="2067713"/>
              <a:ext cx="576373" cy="216014"/>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金额</a:t>
              </a:r>
              <a:endParaRPr lang="zh-CN" sz="1000">
                <a:latin typeface="微软雅黑"/>
                <a:ea typeface="微软雅黑"/>
              </a:endParaRPr>
            </a:p>
          </p:txBody>
        </p:sp>
        <p:sp>
          <p:nvSpPr>
            <p:cNvPr id="84" name="矩形 80"/>
            <p:cNvSpPr/>
            <p:nvPr/>
          </p:nvSpPr>
          <p:spPr>
            <a:xfrm>
              <a:off x="4563802" y="2067713"/>
              <a:ext cx="800253" cy="216014"/>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地址</a:t>
              </a:r>
              <a:endParaRPr/>
            </a:p>
          </p:txBody>
        </p:sp>
        <p:sp>
          <p:nvSpPr>
            <p:cNvPr id="85" name="矩形 81"/>
            <p:cNvSpPr/>
            <p:nvPr/>
          </p:nvSpPr>
          <p:spPr>
            <a:xfrm>
              <a:off x="3420583" y="2283727"/>
              <a:ext cx="574785" cy="216014"/>
            </a:xfrm>
            <a:prstGeom prst="rect"/>
            <a:solidFill>
              <a:srgbClr val="FF000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1</a:t>
              </a:r>
              <a:endParaRPr lang="zh-CN" sz="1000" b="false" i="false" u="none" strike="noStrike" kern="1200" spc="0" baseline="0">
                <a:ln>
                  <a:noFill/>
                </a:ln>
                <a:solidFill>
                  <a:schemeClr val="tx1"/>
                </a:solidFill>
                <a:latin typeface="微软雅黑"/>
                <a:ea typeface="微软雅黑"/>
              </a:endParaRPr>
            </a:p>
          </p:txBody>
        </p:sp>
        <p:sp>
          <p:nvSpPr>
            <p:cNvPr id="86" name="矩形 82"/>
            <p:cNvSpPr/>
            <p:nvPr/>
          </p:nvSpPr>
          <p:spPr>
            <a:xfrm>
              <a:off x="3995368" y="2283727"/>
              <a:ext cx="576373" cy="216014"/>
            </a:xfrm>
            <a:prstGeom prst="rect"/>
            <a:solidFill>
              <a:srgbClr val="FF000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12.5</a:t>
              </a:r>
              <a:endParaRPr lang="zh-CN" sz="1000" b="false" i="false" u="none" strike="noStrike" kern="1200" spc="0" baseline="0">
                <a:ln>
                  <a:noFill/>
                </a:ln>
                <a:solidFill>
                  <a:schemeClr val="tx1"/>
                </a:solidFill>
                <a:latin typeface="微软雅黑"/>
                <a:ea typeface="微软雅黑"/>
              </a:endParaRPr>
            </a:p>
          </p:txBody>
        </p:sp>
        <p:sp>
          <p:nvSpPr>
            <p:cNvPr id="87" name="矩形 83"/>
            <p:cNvSpPr/>
            <p:nvPr/>
          </p:nvSpPr>
          <p:spPr>
            <a:xfrm>
              <a:off x="4563802" y="2283727"/>
              <a:ext cx="800253" cy="216014"/>
            </a:xfrm>
            <a:prstGeom prst="rect"/>
            <a:solidFill>
              <a:srgbClr val="FF000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Alice</a:t>
              </a:r>
              <a:r>
                <a:rPr lang="zh-CN" sz="1000" b="false" i="false" u="none" strike="noStrike" kern="1200" spc="0" baseline="0">
                  <a:ln>
                    <a:noFill/>
                  </a:ln>
                  <a:solidFill>
                    <a:schemeClr val="tx1"/>
                  </a:solidFill>
                  <a:latin typeface="微软雅黑"/>
                  <a:ea typeface="微软雅黑"/>
                </a:rPr>
                <a:t>地址</a:t>
              </a:r>
              <a:endParaRPr/>
            </a:p>
          </p:txBody>
        </p:sp>
      </p:grpSp>
      <p:grpSp>
        <p:nvGrpSpPr>
          <p:cNvPr id="88" name="组合 84"/>
          <p:cNvGrpSpPr/>
          <p:nvPr/>
        </p:nvGrpSpPr>
        <p:grpSpPr>
          <a:xfrm>
            <a:off x="4787900" y="2427288"/>
            <a:ext cx="3097213" cy="1138237"/>
            <a:chOff x="2269188" y="2715752"/>
            <a:chExt cx="3096217" cy="1080069"/>
          </a:xfrm>
        </p:grpSpPr>
        <p:sp>
          <p:nvSpPr>
            <p:cNvPr id="89" name="矩形 85"/>
            <p:cNvSpPr/>
            <p:nvPr/>
          </p:nvSpPr>
          <p:spPr>
            <a:xfrm>
              <a:off x="2269188" y="2715752"/>
              <a:ext cx="1152154" cy="215411"/>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类型：转账交易</a:t>
              </a:r>
              <a:endParaRPr lang="zh-CN" sz="1000">
                <a:latin typeface="微软雅黑"/>
                <a:ea typeface="微软雅黑"/>
              </a:endParaRPr>
            </a:p>
          </p:txBody>
        </p:sp>
        <p:sp>
          <p:nvSpPr>
            <p:cNvPr id="90" name="矩形 86"/>
            <p:cNvSpPr/>
            <p:nvPr/>
          </p:nvSpPr>
          <p:spPr>
            <a:xfrm>
              <a:off x="3421342" y="2715752"/>
              <a:ext cx="1944063" cy="215411"/>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交易</a:t>
              </a:r>
              <a:r>
                <a:rPr lang="en-US" sz="1000" b="false" i="false" u="none" strike="noStrike" kern="1200" spc="0" baseline="0">
                  <a:ln>
                    <a:noFill/>
                  </a:ln>
                  <a:solidFill>
                    <a:schemeClr val="tx1"/>
                  </a:solidFill>
                  <a:latin typeface="微软雅黑"/>
                  <a:ea typeface="微软雅黑"/>
                </a:rPr>
                <a:t>id</a:t>
              </a:r>
              <a:r>
                <a:rPr lang="zh-CN" sz="1000" b="false" i="false" u="none" strike="noStrike" kern="1200" spc="0" baseline="0">
                  <a:ln>
                    <a:noFill/>
                  </a:ln>
                  <a:solidFill>
                    <a:schemeClr val="tx1"/>
                  </a:solidFill>
                  <a:latin typeface="微软雅黑"/>
                  <a:ea typeface="微软雅黑"/>
                </a:rPr>
                <a:t>：</a:t>
              </a:r>
              <a:r>
                <a:rPr lang="en-US" sz="1000" b="false" i="false" u="none" strike="noStrike" kern="1200" spc="0" baseline="0">
                  <a:ln>
                    <a:noFill/>
                  </a:ln>
                  <a:solidFill>
                    <a:schemeClr val="tx1"/>
                  </a:solidFill>
                  <a:latin typeface="微软雅黑"/>
                  <a:ea typeface="微软雅黑"/>
                </a:rPr>
                <a:t>2</a:t>
              </a:r>
              <a:endParaRPr lang="zh-CN" sz="1000" b="false" i="false" u="none" strike="noStrike" kern="1200" spc="0" baseline="0">
                <a:ln>
                  <a:noFill/>
                </a:ln>
                <a:solidFill>
                  <a:schemeClr val="tx1"/>
                </a:solidFill>
                <a:latin typeface="微软雅黑"/>
                <a:ea typeface="微软雅黑"/>
              </a:endParaRPr>
            </a:p>
          </p:txBody>
        </p:sp>
        <p:sp>
          <p:nvSpPr>
            <p:cNvPr id="91" name="矩形 87"/>
            <p:cNvSpPr/>
            <p:nvPr/>
          </p:nvSpPr>
          <p:spPr>
            <a:xfrm>
              <a:off x="2269188" y="2931163"/>
              <a:ext cx="1152154" cy="216918"/>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输入</a:t>
              </a:r>
              <a:endParaRPr lang="zh-CN" sz="1000">
                <a:latin typeface="微软雅黑"/>
                <a:ea typeface="微软雅黑"/>
              </a:endParaRPr>
            </a:p>
          </p:txBody>
        </p:sp>
        <p:sp>
          <p:nvSpPr>
            <p:cNvPr id="92" name="矩形 88"/>
            <p:cNvSpPr/>
            <p:nvPr/>
          </p:nvSpPr>
          <p:spPr>
            <a:xfrm>
              <a:off x="3421342" y="2931163"/>
              <a:ext cx="1944063" cy="216918"/>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输出</a:t>
              </a:r>
              <a:endParaRPr lang="zh-CN" sz="1000">
                <a:latin typeface="微软雅黑"/>
                <a:ea typeface="微软雅黑"/>
              </a:endParaRPr>
            </a:p>
          </p:txBody>
        </p:sp>
        <p:sp>
          <p:nvSpPr>
            <p:cNvPr id="93" name="矩形 89"/>
            <p:cNvSpPr/>
            <p:nvPr/>
          </p:nvSpPr>
          <p:spPr>
            <a:xfrm>
              <a:off x="2269188" y="3147781"/>
              <a:ext cx="1152081" cy="644995"/>
            </a:xfrm>
            <a:prstGeom prst="rect"/>
            <a:solidFill>
              <a:schemeClr val="bg1"/>
            </a:solidFill>
            <a:ln w="19050">
              <a:solidFill>
                <a:srgbClr val="404040"/>
              </a:solidFill>
              <a:roun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交易</a:t>
              </a:r>
              <a:r>
                <a:rPr lang="en-US" sz="1000">
                  <a:latin typeface="微软雅黑"/>
                  <a:ea typeface="微软雅黑"/>
                </a:rPr>
                <a:t>1</a:t>
              </a:r>
              <a:r>
                <a:rPr lang="zh-CN" sz="1000">
                  <a:latin typeface="微软雅黑"/>
                  <a:ea typeface="微软雅黑"/>
                </a:rPr>
                <a:t>中的</a:t>
              </a:r>
              <a:r>
                <a:rPr lang="en-US" sz="1000">
                  <a:latin typeface="微软雅黑"/>
                  <a:ea typeface="微软雅黑"/>
                </a:rPr>
                <a:t>1</a:t>
              </a:r>
              <a:r>
                <a:rPr lang="zh-CN" sz="1000">
                  <a:latin typeface="微软雅黑"/>
                  <a:ea typeface="微软雅黑"/>
                </a:rPr>
                <a:t>输出</a:t>
              </a:r>
              <a:endParaRPr lang="zh-CN" sz="1000">
                <a:latin typeface="微软雅黑"/>
                <a:ea typeface="微软雅黑"/>
              </a:endParaRPr>
            </a:p>
          </p:txBody>
        </p:sp>
        <p:sp>
          <p:nvSpPr>
            <p:cNvPr id="94" name="矩形 90"/>
            <p:cNvSpPr/>
            <p:nvPr/>
          </p:nvSpPr>
          <p:spPr>
            <a:xfrm>
              <a:off x="3421342" y="3148081"/>
              <a:ext cx="576078" cy="215412"/>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序号</a:t>
              </a:r>
              <a:endParaRPr/>
            </a:p>
          </p:txBody>
        </p:sp>
        <p:sp>
          <p:nvSpPr>
            <p:cNvPr id="95" name="矩形 91"/>
            <p:cNvSpPr/>
            <p:nvPr/>
          </p:nvSpPr>
          <p:spPr>
            <a:xfrm>
              <a:off x="3997420" y="3148081"/>
              <a:ext cx="576077" cy="215412"/>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金额</a:t>
              </a:r>
              <a:endParaRPr lang="zh-CN" sz="1000">
                <a:latin typeface="微软雅黑"/>
                <a:ea typeface="微软雅黑"/>
              </a:endParaRPr>
            </a:p>
          </p:txBody>
        </p:sp>
        <p:sp>
          <p:nvSpPr>
            <p:cNvPr id="96" name="矩形 92"/>
            <p:cNvSpPr/>
            <p:nvPr/>
          </p:nvSpPr>
          <p:spPr>
            <a:xfrm>
              <a:off x="4562388" y="3148081"/>
              <a:ext cx="803017" cy="215412"/>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地址</a:t>
              </a:r>
              <a:endParaRPr/>
            </a:p>
          </p:txBody>
        </p:sp>
        <p:sp>
          <p:nvSpPr>
            <p:cNvPr id="97" name="矩形 93"/>
            <p:cNvSpPr/>
            <p:nvPr/>
          </p:nvSpPr>
          <p:spPr>
            <a:xfrm>
              <a:off x="3421342" y="3363492"/>
              <a:ext cx="576078" cy="216918"/>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1</a:t>
              </a:r>
              <a:endParaRPr lang="zh-CN" sz="1000" b="false" i="false" u="none" strike="noStrike" kern="1200" spc="0" baseline="0">
                <a:ln>
                  <a:noFill/>
                </a:ln>
                <a:solidFill>
                  <a:schemeClr val="tx1"/>
                </a:solidFill>
                <a:latin typeface="微软雅黑"/>
                <a:ea typeface="微软雅黑"/>
              </a:endParaRPr>
            </a:p>
          </p:txBody>
        </p:sp>
        <p:sp>
          <p:nvSpPr>
            <p:cNvPr id="98" name="矩形 94"/>
            <p:cNvSpPr/>
            <p:nvPr/>
          </p:nvSpPr>
          <p:spPr>
            <a:xfrm>
              <a:off x="3997420" y="3363492"/>
              <a:ext cx="576077" cy="216918"/>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5.5</a:t>
              </a:r>
              <a:endParaRPr lang="zh-CN" sz="1000" b="false" i="false" u="none" strike="noStrike" kern="1200" spc="0" baseline="0">
                <a:ln>
                  <a:noFill/>
                </a:ln>
                <a:solidFill>
                  <a:schemeClr val="tx1"/>
                </a:solidFill>
                <a:latin typeface="微软雅黑"/>
                <a:ea typeface="微软雅黑"/>
              </a:endParaRPr>
            </a:p>
          </p:txBody>
        </p:sp>
        <p:sp>
          <p:nvSpPr>
            <p:cNvPr id="99" name="矩形 95"/>
            <p:cNvSpPr/>
            <p:nvPr/>
          </p:nvSpPr>
          <p:spPr>
            <a:xfrm>
              <a:off x="4562388" y="3363492"/>
              <a:ext cx="803017" cy="216918"/>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Alice</a:t>
              </a:r>
              <a:r>
                <a:rPr lang="zh-CN" sz="1000" b="false" i="false" u="none" strike="noStrike" kern="1200" spc="0" baseline="0">
                  <a:ln>
                    <a:noFill/>
                  </a:ln>
                  <a:solidFill>
                    <a:schemeClr val="tx1"/>
                  </a:solidFill>
                  <a:latin typeface="微软雅黑"/>
                  <a:ea typeface="微软雅黑"/>
                </a:rPr>
                <a:t>地址</a:t>
              </a:r>
              <a:endParaRPr/>
            </a:p>
          </p:txBody>
        </p:sp>
        <p:sp>
          <p:nvSpPr>
            <p:cNvPr id="100" name="矩形 96"/>
            <p:cNvSpPr/>
            <p:nvPr/>
          </p:nvSpPr>
          <p:spPr>
            <a:xfrm>
              <a:off x="3421342" y="3580410"/>
              <a:ext cx="576078" cy="215411"/>
            </a:xfrm>
            <a:prstGeom prst="rect"/>
            <a:solidFill>
              <a:srgbClr val="FF000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2</a:t>
              </a:r>
              <a:endParaRPr lang="zh-CN" sz="1000" b="false" i="false" u="none" strike="noStrike" kern="1200" spc="0" baseline="0">
                <a:ln>
                  <a:noFill/>
                </a:ln>
                <a:solidFill>
                  <a:schemeClr val="tx1"/>
                </a:solidFill>
                <a:latin typeface="微软雅黑"/>
                <a:ea typeface="微软雅黑"/>
              </a:endParaRPr>
            </a:p>
          </p:txBody>
        </p:sp>
        <p:sp>
          <p:nvSpPr>
            <p:cNvPr id="101" name="矩形 97"/>
            <p:cNvSpPr/>
            <p:nvPr/>
          </p:nvSpPr>
          <p:spPr>
            <a:xfrm>
              <a:off x="3997420" y="3580410"/>
              <a:ext cx="576077" cy="215411"/>
            </a:xfrm>
            <a:prstGeom prst="rect"/>
            <a:solidFill>
              <a:srgbClr val="FF000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7</a:t>
              </a:r>
              <a:endParaRPr lang="zh-CN" sz="1000" b="false" i="false" u="none" strike="noStrike" kern="1200" spc="0" baseline="0">
                <a:ln>
                  <a:noFill/>
                </a:ln>
                <a:solidFill>
                  <a:schemeClr val="tx1"/>
                </a:solidFill>
                <a:latin typeface="微软雅黑"/>
                <a:ea typeface="微软雅黑"/>
              </a:endParaRPr>
            </a:p>
          </p:txBody>
        </p:sp>
        <p:sp>
          <p:nvSpPr>
            <p:cNvPr id="102" name="矩形 98"/>
            <p:cNvSpPr/>
            <p:nvPr/>
          </p:nvSpPr>
          <p:spPr>
            <a:xfrm>
              <a:off x="4562388" y="3580410"/>
              <a:ext cx="803017" cy="215411"/>
            </a:xfrm>
            <a:prstGeom prst="rect"/>
            <a:solidFill>
              <a:srgbClr val="FF000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Bob</a:t>
              </a:r>
              <a:r>
                <a:rPr lang="zh-CN" sz="1000" b="false" i="false" u="none" strike="noStrike" kern="1200" spc="0" baseline="0">
                  <a:ln>
                    <a:noFill/>
                  </a:ln>
                  <a:solidFill>
                    <a:schemeClr val="tx1"/>
                  </a:solidFill>
                  <a:latin typeface="微软雅黑"/>
                  <a:ea typeface="微软雅黑"/>
                </a:rPr>
                <a:t>地址</a:t>
              </a:r>
              <a:endParaRPr/>
            </a:p>
          </p:txBody>
        </p:sp>
      </p:grpSp>
      <p:grpSp>
        <p:nvGrpSpPr>
          <p:cNvPr id="103" name="组合 99"/>
          <p:cNvGrpSpPr/>
          <p:nvPr/>
        </p:nvGrpSpPr>
        <p:grpSpPr>
          <a:xfrm>
            <a:off x="4787900" y="3795713"/>
            <a:ext cx="3081338" cy="1169987"/>
            <a:chOff x="2252753" y="4038839"/>
            <a:chExt cx="3096217" cy="1080066"/>
          </a:xfrm>
        </p:grpSpPr>
        <p:sp>
          <p:nvSpPr>
            <p:cNvPr id="104" name="矩形 100"/>
            <p:cNvSpPr/>
            <p:nvPr/>
          </p:nvSpPr>
          <p:spPr>
            <a:xfrm>
              <a:off x="2252753" y="4038839"/>
              <a:ext cx="1151710" cy="215427"/>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微软雅黑"/>
                  <a:ea typeface="微软雅黑"/>
                </a:rPr>
                <a:t>类型：转账交易</a:t>
              </a:r>
              <a:endParaRPr lang="zh-CN" sz="1000">
                <a:latin typeface="微软雅黑"/>
                <a:ea typeface="微软雅黑"/>
              </a:endParaRPr>
            </a:p>
          </p:txBody>
        </p:sp>
        <p:sp>
          <p:nvSpPr>
            <p:cNvPr id="105" name="矩形 101"/>
            <p:cNvSpPr/>
            <p:nvPr/>
          </p:nvSpPr>
          <p:spPr>
            <a:xfrm>
              <a:off x="3404463" y="4038839"/>
              <a:ext cx="1944507" cy="215427"/>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交易</a:t>
              </a:r>
              <a:r>
                <a:rPr lang="en-US" sz="1000" b="false" i="false" u="none" strike="noStrike" kern="1200" spc="0" baseline="0">
                  <a:ln>
                    <a:noFill/>
                  </a:ln>
                  <a:solidFill>
                    <a:schemeClr val="tx1"/>
                  </a:solidFill>
                  <a:latin typeface="微软雅黑"/>
                  <a:ea typeface="微软雅黑"/>
                </a:rPr>
                <a:t>id</a:t>
              </a:r>
              <a:r>
                <a:rPr lang="zh-CN" sz="1000" b="false" i="false" u="none" strike="noStrike" kern="1200" spc="0" baseline="0">
                  <a:ln>
                    <a:noFill/>
                  </a:ln>
                  <a:solidFill>
                    <a:schemeClr val="tx1"/>
                  </a:solidFill>
                  <a:latin typeface="微软雅黑"/>
                  <a:ea typeface="微软雅黑"/>
                </a:rPr>
                <a:t>：</a:t>
              </a:r>
              <a:r>
                <a:rPr lang="en-US" sz="1000" b="false" i="false" u="none" strike="noStrike" kern="1200" spc="0" baseline="0">
                  <a:ln>
                    <a:noFill/>
                  </a:ln>
                  <a:solidFill>
                    <a:schemeClr val="tx1"/>
                  </a:solidFill>
                  <a:latin typeface="微软雅黑"/>
                  <a:ea typeface="微软雅黑"/>
                </a:rPr>
                <a:t>3</a:t>
              </a:r>
              <a:endParaRPr lang="zh-CN" sz="1000" b="false" i="false" u="none" strike="noStrike" kern="1200" spc="0" baseline="0">
                <a:ln>
                  <a:noFill/>
                </a:ln>
                <a:solidFill>
                  <a:schemeClr val="tx1"/>
                </a:solidFill>
                <a:latin typeface="微软雅黑"/>
                <a:ea typeface="微软雅黑"/>
              </a:endParaRPr>
            </a:p>
          </p:txBody>
        </p:sp>
        <p:sp>
          <p:nvSpPr>
            <p:cNvPr id="106" name="矩形 102"/>
            <p:cNvSpPr/>
            <p:nvPr/>
          </p:nvSpPr>
          <p:spPr>
            <a:xfrm>
              <a:off x="2252753" y="4254266"/>
              <a:ext cx="1151710" cy="216893"/>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输入</a:t>
              </a:r>
              <a:endParaRPr lang="zh-CN" sz="1000">
                <a:latin typeface="微软雅黑"/>
                <a:ea typeface="微软雅黑"/>
              </a:endParaRPr>
            </a:p>
          </p:txBody>
        </p:sp>
        <p:sp>
          <p:nvSpPr>
            <p:cNvPr id="107" name="矩形 103"/>
            <p:cNvSpPr/>
            <p:nvPr/>
          </p:nvSpPr>
          <p:spPr>
            <a:xfrm>
              <a:off x="3404463" y="4254266"/>
              <a:ext cx="1944507" cy="216893"/>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输出</a:t>
              </a:r>
              <a:endParaRPr lang="zh-CN" sz="1000">
                <a:latin typeface="微软雅黑"/>
                <a:ea typeface="微软雅黑"/>
              </a:endParaRPr>
            </a:p>
          </p:txBody>
        </p:sp>
        <p:sp>
          <p:nvSpPr>
            <p:cNvPr id="108" name="矩形 104"/>
            <p:cNvSpPr/>
            <p:nvPr/>
          </p:nvSpPr>
          <p:spPr>
            <a:xfrm>
              <a:off x="2252753" y="4470868"/>
              <a:ext cx="1152081" cy="648035"/>
            </a:xfrm>
            <a:prstGeom prst="rect"/>
            <a:solidFill>
              <a:schemeClr val="bg1"/>
            </a:solidFill>
            <a:ln w="19050">
              <a:solidFill>
                <a:srgbClr val="404040"/>
              </a:solidFill>
              <a:roun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交易</a:t>
              </a:r>
              <a:r>
                <a:rPr lang="en-US" sz="1000">
                  <a:latin typeface="微软雅黑"/>
                  <a:ea typeface="微软雅黑"/>
                </a:rPr>
                <a:t>2</a:t>
              </a:r>
              <a:r>
                <a:rPr lang="zh-CN" sz="1000">
                  <a:latin typeface="微软雅黑"/>
                  <a:ea typeface="微软雅黑"/>
                </a:rPr>
                <a:t>中的</a:t>
              </a:r>
              <a:r>
                <a:rPr lang="en-US" sz="1000">
                  <a:latin typeface="微软雅黑"/>
                  <a:ea typeface="微软雅黑"/>
                </a:rPr>
                <a:t>2</a:t>
              </a:r>
              <a:r>
                <a:rPr lang="zh-CN" sz="1000">
                  <a:latin typeface="微软雅黑"/>
                  <a:ea typeface="微软雅黑"/>
                </a:rPr>
                <a:t>输出</a:t>
              </a:r>
              <a:endParaRPr lang="zh-CN" sz="1000">
                <a:latin typeface="微软雅黑"/>
                <a:ea typeface="微软雅黑"/>
              </a:endParaRPr>
            </a:p>
          </p:txBody>
        </p:sp>
        <p:sp>
          <p:nvSpPr>
            <p:cNvPr id="109" name="矩形 105"/>
            <p:cNvSpPr/>
            <p:nvPr/>
          </p:nvSpPr>
          <p:spPr>
            <a:xfrm>
              <a:off x="3404463" y="4471158"/>
              <a:ext cx="575855" cy="215428"/>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序号</a:t>
              </a:r>
              <a:endParaRPr/>
            </a:p>
          </p:txBody>
        </p:sp>
        <p:sp>
          <p:nvSpPr>
            <p:cNvPr id="110" name="矩形 106"/>
            <p:cNvSpPr/>
            <p:nvPr/>
          </p:nvSpPr>
          <p:spPr>
            <a:xfrm>
              <a:off x="3980318" y="4471158"/>
              <a:ext cx="575854" cy="215428"/>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金额</a:t>
              </a:r>
              <a:endParaRPr lang="zh-CN" sz="1000">
                <a:latin typeface="微软雅黑"/>
                <a:ea typeface="微软雅黑"/>
              </a:endParaRPr>
            </a:p>
          </p:txBody>
        </p:sp>
        <p:sp>
          <p:nvSpPr>
            <p:cNvPr id="111" name="矩形 107"/>
            <p:cNvSpPr/>
            <p:nvPr/>
          </p:nvSpPr>
          <p:spPr>
            <a:xfrm>
              <a:off x="4545007" y="4471158"/>
              <a:ext cx="803963" cy="215428"/>
            </a:xfrm>
            <a:prstGeom prst="rect"/>
            <a:solidFill>
              <a:schemeClr val="accent3">
                <a:lumMod val="85000"/>
              </a:schemeClr>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zh-CN" sz="1000" b="false" i="false" u="none" strike="noStrike" kern="1200" spc="0" baseline="0">
                  <a:ln>
                    <a:noFill/>
                  </a:ln>
                  <a:solidFill>
                    <a:schemeClr val="tx1"/>
                  </a:solidFill>
                  <a:latin typeface="微软雅黑"/>
                  <a:ea typeface="微软雅黑"/>
                </a:rPr>
                <a:t>地址</a:t>
              </a:r>
              <a:endParaRPr/>
            </a:p>
          </p:txBody>
        </p:sp>
        <p:sp>
          <p:nvSpPr>
            <p:cNvPr id="112" name="矩形 108"/>
            <p:cNvSpPr/>
            <p:nvPr/>
          </p:nvSpPr>
          <p:spPr>
            <a:xfrm>
              <a:off x="3404463" y="4686586"/>
              <a:ext cx="575855" cy="216893"/>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1</a:t>
              </a:r>
              <a:endParaRPr lang="zh-CN" sz="1000" b="false" i="false" u="none" strike="noStrike" kern="1200" spc="0" baseline="0">
                <a:ln>
                  <a:noFill/>
                </a:ln>
                <a:solidFill>
                  <a:schemeClr val="tx1"/>
                </a:solidFill>
                <a:latin typeface="微软雅黑"/>
                <a:ea typeface="微软雅黑"/>
              </a:endParaRPr>
            </a:p>
          </p:txBody>
        </p:sp>
        <p:sp>
          <p:nvSpPr>
            <p:cNvPr id="113" name="矩形 109"/>
            <p:cNvSpPr/>
            <p:nvPr/>
          </p:nvSpPr>
          <p:spPr>
            <a:xfrm>
              <a:off x="3980318" y="4686586"/>
              <a:ext cx="575854" cy="216893"/>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3</a:t>
              </a:r>
              <a:endParaRPr lang="zh-CN" sz="1000" b="false" i="false" u="none" strike="noStrike" kern="1200" spc="0" baseline="0">
                <a:ln>
                  <a:noFill/>
                </a:ln>
                <a:solidFill>
                  <a:schemeClr val="tx1"/>
                </a:solidFill>
                <a:latin typeface="微软雅黑"/>
                <a:ea typeface="微软雅黑"/>
              </a:endParaRPr>
            </a:p>
          </p:txBody>
        </p:sp>
        <p:sp>
          <p:nvSpPr>
            <p:cNvPr id="114" name="矩形 110"/>
            <p:cNvSpPr/>
            <p:nvPr/>
          </p:nvSpPr>
          <p:spPr>
            <a:xfrm>
              <a:off x="4545007" y="4686586"/>
              <a:ext cx="803963" cy="216893"/>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Lily</a:t>
              </a:r>
              <a:r>
                <a:rPr lang="zh-CN" sz="1000" b="false" i="false" u="none" strike="noStrike" kern="1200" spc="0" baseline="0">
                  <a:ln>
                    <a:noFill/>
                  </a:ln>
                  <a:solidFill>
                    <a:schemeClr val="tx1"/>
                  </a:solidFill>
                  <a:latin typeface="微软雅黑"/>
                  <a:ea typeface="微软雅黑"/>
                </a:rPr>
                <a:t>地址</a:t>
              </a:r>
              <a:endParaRPr/>
            </a:p>
          </p:txBody>
        </p:sp>
        <p:sp>
          <p:nvSpPr>
            <p:cNvPr id="115" name="矩形 111"/>
            <p:cNvSpPr/>
            <p:nvPr/>
          </p:nvSpPr>
          <p:spPr>
            <a:xfrm>
              <a:off x="3404463" y="4903478"/>
              <a:ext cx="575855" cy="215427"/>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2</a:t>
              </a:r>
              <a:endParaRPr lang="zh-CN" sz="1000" b="false" i="false" u="none" strike="noStrike" kern="1200" spc="0" baseline="0">
                <a:ln>
                  <a:noFill/>
                </a:ln>
                <a:solidFill>
                  <a:schemeClr val="tx1"/>
                </a:solidFill>
                <a:latin typeface="微软雅黑"/>
                <a:ea typeface="微软雅黑"/>
              </a:endParaRPr>
            </a:p>
          </p:txBody>
        </p:sp>
        <p:sp>
          <p:nvSpPr>
            <p:cNvPr id="116" name="矩形 112"/>
            <p:cNvSpPr/>
            <p:nvPr/>
          </p:nvSpPr>
          <p:spPr>
            <a:xfrm>
              <a:off x="3980318" y="4903478"/>
              <a:ext cx="575854" cy="215427"/>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4</a:t>
              </a:r>
              <a:endParaRPr lang="zh-CN" sz="1000" b="false" i="false" u="none" strike="noStrike" kern="1200" spc="0" baseline="0">
                <a:ln>
                  <a:noFill/>
                </a:ln>
                <a:solidFill>
                  <a:schemeClr val="tx1"/>
                </a:solidFill>
                <a:latin typeface="微软雅黑"/>
                <a:ea typeface="微软雅黑"/>
              </a:endParaRPr>
            </a:p>
          </p:txBody>
        </p:sp>
        <p:sp>
          <p:nvSpPr>
            <p:cNvPr id="117" name="矩形 113"/>
            <p:cNvSpPr/>
            <p:nvPr/>
          </p:nvSpPr>
          <p:spPr>
            <a:xfrm>
              <a:off x="4545007" y="4903478"/>
              <a:ext cx="803963" cy="215427"/>
            </a:xfrm>
            <a:prstGeom prst="rect"/>
            <a:solidFill>
              <a:srgbClr val="92D050"/>
            </a:solidFill>
            <a:ln w="19050" cap="flat" cmpd="sng">
              <a:solidFill>
                <a:schemeClr val="tx1">
                  <a:lumMod val="75000"/>
                  <a:lumOff val="25000"/>
                </a:schemeClr>
              </a:solidFill>
              <a:prstDash val="solid"/>
              <a:round/>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en-US" sz="1000" b="false" i="false" u="none" strike="noStrike" kern="1200" spc="0" baseline="0">
                  <a:ln>
                    <a:noFill/>
                  </a:ln>
                  <a:solidFill>
                    <a:schemeClr val="tx1"/>
                  </a:solidFill>
                  <a:latin typeface="微软雅黑"/>
                  <a:ea typeface="微软雅黑"/>
                </a:rPr>
                <a:t>Victor</a:t>
              </a:r>
              <a:r>
                <a:rPr lang="zh-CN" sz="1000" b="false" i="false" u="none" strike="noStrike" kern="1200" spc="0" baseline="0">
                  <a:ln>
                    <a:noFill/>
                  </a:ln>
                  <a:solidFill>
                    <a:schemeClr val="tx1"/>
                  </a:solidFill>
                  <a:latin typeface="微软雅黑"/>
                  <a:ea typeface="微软雅黑"/>
                </a:rPr>
                <a:t>地址</a:t>
              </a:r>
              <a:endParaRPr/>
            </a:p>
          </p:txBody>
        </p:sp>
      </p:grpSp>
      <p:cxnSp>
        <p:nvCxnSpPr>
          <p:cNvPr id="118" name="肘形连接符 1"/>
          <p:cNvCxnSpPr/>
          <p:nvPr/>
        </p:nvCxnSpPr>
        <p:spPr>
          <a:xfrm flipH="true">
            <a:off x="4787900" y="1924050"/>
            <a:ext cx="3095625" cy="1090613"/>
          </a:xfrm>
          <a:prstGeom prst="bentConnector5">
            <a:avLst>
              <a:gd name="adj1" fmla="val -7689"/>
              <a:gd name="adj2" fmla="val 34671"/>
              <a:gd name="adj3" fmla="val 107689"/>
            </a:avLst>
          </a:prstGeom>
          <a:noFill/>
          <a:ln w="12700">
            <a:solidFill>
              <a:srgbClr val="FFC000"/>
            </a:solidFill>
            <a:miter lim="800000"/>
            <a:tailEnd type="arrow"/>
          </a:ln>
        </p:spPr>
      </p:cxnSp>
      <p:cxnSp>
        <p:nvCxnSpPr>
          <p:cNvPr id="119" name="肘形连接符 2"/>
          <p:cNvCxnSpPr/>
          <p:nvPr/>
        </p:nvCxnSpPr>
        <p:spPr>
          <a:xfrm flipH="true">
            <a:off x="4787900" y="3435350"/>
            <a:ext cx="3095625" cy="1092200"/>
          </a:xfrm>
          <a:prstGeom prst="bentConnector5">
            <a:avLst>
              <a:gd name="adj1" fmla="val -7689"/>
              <a:gd name="adj2" fmla="val 19023"/>
              <a:gd name="adj3" fmla="val 107689"/>
            </a:avLst>
          </a:prstGeom>
          <a:noFill/>
          <a:ln w="12700">
            <a:solidFill>
              <a:srgbClr val="FFC000"/>
            </a:solidFill>
            <a:miter lim="800000"/>
            <a:tailEnd type="arrow"/>
          </a:ln>
        </p:spPr>
      </p:cxnSp>
      <p:sp>
        <p:nvSpPr>
          <p:cNvPr id="120" name="文本框 5"/>
          <p:cNvSpPr/>
          <p:nvPr/>
        </p:nvSpPr>
        <p:spPr>
          <a:xfrm>
            <a:off x="395288" y="700088"/>
            <a:ext cx="5908675" cy="365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14312" lvl="0" indent="-214312">
              <a:buSzPct val="80000"/>
              <a:buChar char="•"/>
            </a:pPr>
            <a:r>
              <a:rPr lang="en-US">
                <a:latin typeface="仿宋"/>
                <a:ea typeface="仿宋"/>
              </a:rPr>
              <a:t>UTXO : </a:t>
            </a:r>
            <a:r>
              <a:rPr lang="zh-CN">
                <a:latin typeface="仿宋"/>
                <a:ea typeface="仿宋"/>
              </a:rPr>
              <a:t>未花费的输出</a:t>
            </a:r>
            <a:r>
              <a:rPr lang="en-US">
                <a:latin typeface="仿宋"/>
                <a:ea typeface="仿宋"/>
              </a:rPr>
              <a:t>(Unspent Transaction Output)</a:t>
            </a:r>
            <a:endParaRPr lang="zh-CN">
              <a:latin typeface="仿宋"/>
              <a:ea typeface="仿宋"/>
            </a:endParaRPr>
          </a:p>
        </p:txBody>
      </p:sp>
      <p:sp>
        <p:nvSpPr>
          <p:cNvPr id="121" name="文本框 3"/>
          <p:cNvSpPr/>
          <p:nvPr/>
        </p:nvSpPr>
        <p:spPr>
          <a:xfrm>
            <a:off x="396875" y="2355850"/>
            <a:ext cx="3795713" cy="8397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600">
                <a:latin typeface="微软雅黑"/>
                <a:ea typeface="微软雅黑"/>
              </a:rPr>
              <a:t>创建的</a:t>
            </a:r>
            <a:r>
              <a:rPr lang="en-US" sz="1600">
                <a:latin typeface="微软雅黑"/>
                <a:ea typeface="微软雅黑"/>
              </a:rPr>
              <a:t>UTXO</a:t>
            </a:r>
            <a:r>
              <a:rPr lang="zh-CN" sz="1600">
                <a:latin typeface="微软雅黑"/>
                <a:ea typeface="微软雅黑"/>
              </a:rPr>
              <a:t>被提交给最新区块</a:t>
            </a:r>
            <a:endParaRPr lang="zh-CN" sz="1600">
              <a:latin typeface="微软雅黑"/>
              <a:ea typeface="微软雅黑"/>
            </a:endParaRPr>
          </a:p>
          <a:p>
            <a:pPr marL="0" lvl="0" indent="0"/>
            <a:r>
              <a:rPr lang="zh-CN" sz="1600">
                <a:latin typeface="微软雅黑"/>
                <a:ea typeface="微软雅黑"/>
              </a:rPr>
              <a:t>区块共识通过即交易生效</a:t>
            </a:r>
            <a:endParaRPr lang="zh-CN" sz="1600">
              <a:latin typeface="微软雅黑"/>
              <a:ea typeface="微软雅黑"/>
            </a:endParaRPr>
          </a:p>
          <a:p>
            <a:pPr marL="0" lvl="0" indent="0"/>
            <a:r>
              <a:rPr lang="zh-CN" sz="1600">
                <a:latin typeface="微软雅黑"/>
                <a:ea typeface="微软雅黑"/>
              </a:rPr>
              <a:t>在花费和创建</a:t>
            </a:r>
            <a:r>
              <a:rPr lang="en-US" sz="1600">
                <a:latin typeface="微软雅黑"/>
                <a:ea typeface="微软雅黑"/>
              </a:rPr>
              <a:t>UTXO</a:t>
            </a:r>
            <a:r>
              <a:rPr lang="zh-CN" sz="1600">
                <a:latin typeface="微软雅黑"/>
                <a:ea typeface="微软雅黑"/>
              </a:rPr>
              <a:t>中实现价值的转移</a:t>
            </a:r>
            <a:endParaRPr lang="zh-CN" sz="1600">
              <a:latin typeface="微软雅黑"/>
              <a:ea typeface="微软雅黑"/>
            </a:endParaRPr>
          </a:p>
        </p:txBody>
      </p:sp>
      <p:sp>
        <p:nvSpPr>
          <p:cNvPr id="122" name="椭圆形标注 6"/>
          <p:cNvSpPr/>
          <p:nvPr/>
        </p:nvSpPr>
        <p:spPr>
          <a:xfrm>
            <a:off x="3708400" y="1924050"/>
            <a:ext cx="1092200" cy="611188"/>
          </a:xfrm>
          <a:prstGeom prst="wedgeEllipseCallout">
            <a:avLst>
              <a:gd name="adj1" fmla="val -20833"/>
              <a:gd name="adj2" fmla="val 62500"/>
            </a:avLst>
          </a:prstGeom>
          <a:solidFill>
            <a:srgbClr val="CCECFF"/>
          </a:solidFill>
          <a:ln w="19050">
            <a:solidFill>
              <a:srgbClr val="404040"/>
            </a:solidFill>
            <a:roun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900">
                <a:latin typeface="微软雅黑"/>
                <a:ea typeface="微软雅黑"/>
              </a:rPr>
              <a:t>被交易消耗的</a:t>
            </a:r>
            <a:r>
              <a:rPr lang="en-US" sz="900">
                <a:latin typeface="微软雅黑"/>
                <a:ea typeface="微软雅黑"/>
              </a:rPr>
              <a:t>UTXO</a:t>
            </a:r>
            <a:r>
              <a:rPr lang="zh-CN" sz="900">
                <a:latin typeface="微软雅黑"/>
                <a:ea typeface="微软雅黑"/>
              </a:rPr>
              <a:t>称为</a:t>
            </a:r>
            <a:r>
              <a:rPr lang="zh-CN" sz="900" b="true">
                <a:solidFill>
                  <a:srgbClr val="FF0000"/>
                </a:solidFill>
                <a:latin typeface="微软雅黑"/>
                <a:ea typeface="微软雅黑"/>
              </a:rPr>
              <a:t>交易输入</a:t>
            </a:r>
            <a:endParaRPr lang="zh-CN" sz="900" b="true">
              <a:solidFill>
                <a:srgbClr val="FF0000"/>
              </a:solidFill>
              <a:latin typeface="微软雅黑"/>
              <a:ea typeface="微软雅黑"/>
            </a:endParaRPr>
          </a:p>
        </p:txBody>
      </p:sp>
      <p:sp>
        <p:nvSpPr>
          <p:cNvPr id="123" name="椭圆形标注 7"/>
          <p:cNvSpPr/>
          <p:nvPr/>
        </p:nvSpPr>
        <p:spPr>
          <a:xfrm>
            <a:off x="7885113" y="2714625"/>
            <a:ext cx="1131887" cy="612775"/>
          </a:xfrm>
          <a:prstGeom prst="wedgeEllipseCallout">
            <a:avLst>
              <a:gd name="adj1" fmla="val -20833"/>
              <a:gd name="adj2" fmla="val 62500"/>
            </a:avLst>
          </a:prstGeom>
          <a:solidFill>
            <a:srgbClr val="CCECFF"/>
          </a:solidFill>
          <a:ln w="19050">
            <a:solidFill>
              <a:srgbClr val="404040"/>
            </a:solidFill>
            <a:roun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900">
                <a:latin typeface="微软雅黑"/>
                <a:ea typeface="微软雅黑"/>
              </a:rPr>
              <a:t>由交易创建的</a:t>
            </a:r>
            <a:r>
              <a:rPr lang="en-US" sz="900">
                <a:latin typeface="微软雅黑"/>
                <a:ea typeface="微软雅黑"/>
              </a:rPr>
              <a:t>UTXO</a:t>
            </a:r>
            <a:r>
              <a:rPr lang="zh-CN" sz="900">
                <a:latin typeface="微软雅黑"/>
                <a:ea typeface="微软雅黑"/>
              </a:rPr>
              <a:t>称为</a:t>
            </a:r>
            <a:r>
              <a:rPr lang="zh-CN" sz="900" b="true">
                <a:solidFill>
                  <a:srgbClr val="FF0000"/>
                </a:solidFill>
                <a:latin typeface="微软雅黑"/>
                <a:ea typeface="微软雅黑"/>
              </a:rPr>
              <a:t>交易输出</a:t>
            </a:r>
            <a:endParaRPr lang="zh-CN" sz="900" b="true">
              <a:solidFill>
                <a:srgbClr val="FF0000"/>
              </a:solidFill>
              <a:latin typeface="微软雅黑"/>
              <a:ea typeface="微软雅黑"/>
            </a:endParaRPr>
          </a:p>
        </p:txBody>
      </p:sp>
      <p:pic>
        <p:nvPicPr>
          <p:cNvPr id="124" name="图片 8"/>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539750" y="3508375"/>
            <a:ext cx="3155950" cy="958850"/>
          </a:xfrm>
          <a:prstGeom prst="rect"/>
          <a:noFill/>
          <a:ln>
            <a:noFill/>
            <a:miter lim="800000"/>
          </a:ln>
        </p:spPr>
      </p:pic>
      <p:sp>
        <p:nvSpPr>
          <p:cNvPr id="125" name="文本框 9"/>
          <p:cNvSpPr/>
          <p:nvPr/>
        </p:nvSpPr>
        <p:spPr>
          <a:xfrm>
            <a:off x="468313" y="4514850"/>
            <a:ext cx="3846512" cy="519113"/>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Char char="Ø"/>
            </a:pPr>
            <a:r>
              <a:rPr lang="zh-CN" sz="1400">
                <a:latin typeface="仿宋"/>
                <a:ea typeface="仿宋"/>
              </a:rPr>
              <a:t>私钥对输入交易进行签名</a:t>
            </a:r>
            <a:endParaRPr lang="zh-CN" sz="1400">
              <a:latin typeface="仿宋"/>
              <a:ea typeface="仿宋"/>
            </a:endParaRPr>
          </a:p>
          <a:p>
            <a:pPr marL="285750" lvl="0" indent="-285750">
              <a:buChar char="Ø"/>
            </a:pPr>
            <a:r>
              <a:rPr lang="zh-CN" sz="1400">
                <a:latin typeface="仿宋"/>
                <a:ea typeface="仿宋"/>
              </a:rPr>
              <a:t>公钥验证签名及输入地址正确</a:t>
            </a:r>
            <a:endParaRPr lang="zh-CN" sz="1400">
              <a:latin typeface="仿宋"/>
              <a:ea typeface="仿宋"/>
            </a:endParaRPr>
          </a:p>
        </p:txBody>
      </p:sp>
      <p:sp>
        <p:nvSpPr>
          <p:cNvPr id="126" name="文本框 12"/>
          <p:cNvSpPr/>
          <p:nvPr/>
        </p:nvSpPr>
        <p:spPr>
          <a:xfrm>
            <a:off x="4046538" y="2643188"/>
            <a:ext cx="612775" cy="4572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200">
                <a:latin typeface="仿宋"/>
                <a:ea typeface="仿宋"/>
              </a:rPr>
              <a:t>Alice</a:t>
            </a:r>
            <a:r>
              <a:rPr lang="zh-CN" sz="1200">
                <a:latin typeface="仿宋"/>
                <a:ea typeface="仿宋"/>
              </a:rPr>
              <a:t>签名</a:t>
            </a:r>
            <a:endParaRPr lang="zh-CN" sz="1200">
              <a:latin typeface="仿宋"/>
              <a:ea typeface="仿宋"/>
            </a:endParaRPr>
          </a:p>
        </p:txBody>
      </p:sp>
      <p:sp>
        <p:nvSpPr>
          <p:cNvPr id="127" name="文本框 13"/>
          <p:cNvSpPr/>
          <p:nvPr/>
        </p:nvSpPr>
        <p:spPr>
          <a:xfrm>
            <a:off x="4140200" y="4083050"/>
            <a:ext cx="563563" cy="4572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200">
                <a:latin typeface="仿宋"/>
                <a:ea typeface="仿宋"/>
              </a:rPr>
              <a:t>Bob</a:t>
            </a:r>
            <a:r>
              <a:rPr lang="zh-CN" sz="1200">
                <a:latin typeface="仿宋"/>
                <a:ea typeface="仿宋"/>
              </a:rPr>
              <a:t>签名</a:t>
            </a:r>
            <a:endParaRPr lang="zh-CN" sz="1200">
              <a:latin typeface="仿宋"/>
              <a:ea typeface="仿宋"/>
            </a:endParaRP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128" name=""/>
        <p:cNvGrpSpPr/>
        <p:nvPr/>
      </p:nvGrpSpPr>
      <p:grpSpPr>
        <a:xfrm>
          <a:off x="0" y="0"/>
          <a:ext cx="0" cy="0"/>
          <a:chOff x="0" y="0"/>
          <a:chExt cx="0" cy="0"/>
        </a:xfrm>
      </p:grpSpPr>
      <p:sp>
        <p:nvSpPr>
          <p:cNvPr id="129" name="椭圆 21"/>
          <p:cNvSpPr/>
          <p:nvPr/>
        </p:nvSpPr>
        <p:spPr>
          <a:xfrm>
            <a:off x="2633663" y="2894013"/>
            <a:ext cx="3844925" cy="3865562"/>
          </a:xfrm>
          <a:prstGeom prst="ellipse"/>
          <a:noFill/>
          <a:ln w="25400">
            <a:solidFill>
              <a:srgbClr val="2492E5"/>
            </a:solid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endParaRPr lang="en-US" sz="3300" b="true">
              <a:solidFill>
                <a:schemeClr val="bg1"/>
              </a:solidFill>
              <a:latin typeface="腾讯体 W7"/>
              <a:ea typeface="腾讯体 W7"/>
            </a:endParaRPr>
          </a:p>
        </p:txBody>
      </p:sp>
      <p:sp>
        <p:nvSpPr>
          <p:cNvPr id="130" name="椭圆 2"/>
          <p:cNvSpPr>
            <a:spLocks noChangeAspect="true"/>
          </p:cNvSpPr>
          <p:nvPr/>
        </p:nvSpPr>
        <p:spPr>
          <a:xfrm>
            <a:off x="2430463" y="4156075"/>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1</a:t>
            </a:r>
            <a:endParaRPr lang="en-US" sz="1800" b="true">
              <a:solidFill>
                <a:schemeClr val="bg1"/>
              </a:solidFill>
              <a:latin typeface="微软雅黑"/>
              <a:ea typeface="微软雅黑"/>
            </a:endParaRPr>
          </a:p>
        </p:txBody>
      </p:sp>
      <p:sp>
        <p:nvSpPr>
          <p:cNvPr id="131" name="椭圆 3"/>
          <p:cNvSpPr>
            <a:spLocks noChangeAspect="true"/>
          </p:cNvSpPr>
          <p:nvPr/>
        </p:nvSpPr>
        <p:spPr>
          <a:xfrm>
            <a:off x="2900363" y="3187700"/>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2</a:t>
            </a:r>
            <a:endParaRPr lang="en-US" sz="1800" b="true">
              <a:solidFill>
                <a:schemeClr val="bg1"/>
              </a:solidFill>
              <a:latin typeface="微软雅黑"/>
              <a:ea typeface="微软雅黑"/>
            </a:endParaRPr>
          </a:p>
        </p:txBody>
      </p:sp>
      <p:sp>
        <p:nvSpPr>
          <p:cNvPr id="132" name="椭圆 4"/>
          <p:cNvSpPr>
            <a:spLocks noChangeAspect="true"/>
          </p:cNvSpPr>
          <p:nvPr/>
        </p:nvSpPr>
        <p:spPr>
          <a:xfrm>
            <a:off x="4287838" y="2655888"/>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3</a:t>
            </a:r>
            <a:endParaRPr lang="en-US" sz="1800" b="true">
              <a:solidFill>
                <a:schemeClr val="bg1"/>
              </a:solidFill>
              <a:latin typeface="微软雅黑"/>
              <a:ea typeface="微软雅黑"/>
            </a:endParaRPr>
          </a:p>
        </p:txBody>
      </p:sp>
      <p:sp>
        <p:nvSpPr>
          <p:cNvPr id="133" name="椭圆 5"/>
          <p:cNvSpPr>
            <a:spLocks noChangeAspect="true"/>
          </p:cNvSpPr>
          <p:nvPr/>
        </p:nvSpPr>
        <p:spPr>
          <a:xfrm>
            <a:off x="5705475" y="3187700"/>
            <a:ext cx="539750"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4</a:t>
            </a:r>
            <a:endParaRPr lang="en-US" sz="1800" b="true">
              <a:solidFill>
                <a:schemeClr val="bg1"/>
              </a:solidFill>
              <a:latin typeface="微软雅黑"/>
              <a:ea typeface="微软雅黑"/>
            </a:endParaRPr>
          </a:p>
        </p:txBody>
      </p:sp>
      <p:sp>
        <p:nvSpPr>
          <p:cNvPr id="134" name="椭圆 6"/>
          <p:cNvSpPr>
            <a:spLocks noChangeAspect="true"/>
          </p:cNvSpPr>
          <p:nvPr/>
        </p:nvSpPr>
        <p:spPr>
          <a:xfrm>
            <a:off x="6143625" y="4156075"/>
            <a:ext cx="538163"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5</a:t>
            </a:r>
            <a:endParaRPr lang="en-US" sz="1800" b="true">
              <a:solidFill>
                <a:schemeClr val="bg1"/>
              </a:solidFill>
              <a:latin typeface="微软雅黑"/>
              <a:ea typeface="微软雅黑"/>
            </a:endParaRPr>
          </a:p>
        </p:txBody>
      </p:sp>
      <p:sp>
        <p:nvSpPr>
          <p:cNvPr id="135" name="文本框 20"/>
          <p:cNvSpPr/>
          <p:nvPr/>
        </p:nvSpPr>
        <p:spPr>
          <a:xfrm>
            <a:off x="755650" y="4083050"/>
            <a:ext cx="17907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密码学技术</a:t>
            </a:r>
            <a:endParaRPr lang="zh-CN" sz="2100" b="true">
              <a:solidFill>
                <a:srgbClr val="99CCFF"/>
              </a:solidFill>
              <a:latin typeface="微软雅黑"/>
              <a:ea typeface="微软雅黑"/>
            </a:endParaRPr>
          </a:p>
        </p:txBody>
      </p:sp>
      <p:sp>
        <p:nvSpPr>
          <p:cNvPr id="136" name="文本框 21"/>
          <p:cNvSpPr/>
          <p:nvPr/>
        </p:nvSpPr>
        <p:spPr>
          <a:xfrm>
            <a:off x="869950" y="3149600"/>
            <a:ext cx="196850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r>
              <a:rPr lang="zh-CN" sz="2100" b="true">
                <a:solidFill>
                  <a:srgbClr val="2392E4"/>
                </a:solidFill>
                <a:latin typeface="微软雅黑"/>
                <a:ea typeface="微软雅黑"/>
              </a:rPr>
              <a:t>块链数据结构</a:t>
            </a:r>
            <a:endParaRPr lang="zh-CN" sz="2100" b="true">
              <a:solidFill>
                <a:srgbClr val="FF0000"/>
              </a:solidFill>
              <a:latin typeface="微软雅黑"/>
              <a:ea typeface="微软雅黑"/>
            </a:endParaRPr>
          </a:p>
        </p:txBody>
      </p:sp>
      <p:sp>
        <p:nvSpPr>
          <p:cNvPr id="137" name="矩形 9"/>
          <p:cNvSpPr/>
          <p:nvPr/>
        </p:nvSpPr>
        <p:spPr>
          <a:xfrm>
            <a:off x="6296025" y="3235325"/>
            <a:ext cx="153035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智能合约</a:t>
            </a:r>
            <a:endParaRPr lang="zh-CN" sz="2100" b="true">
              <a:solidFill>
                <a:srgbClr val="2392E4"/>
              </a:solidFill>
              <a:latin typeface="微软雅黑"/>
              <a:ea typeface="微软雅黑"/>
            </a:endParaRPr>
          </a:p>
        </p:txBody>
      </p:sp>
      <p:sp>
        <p:nvSpPr>
          <p:cNvPr id="138" name="文本框 23"/>
          <p:cNvSpPr/>
          <p:nvPr/>
        </p:nvSpPr>
        <p:spPr>
          <a:xfrm>
            <a:off x="3348038" y="2066925"/>
            <a:ext cx="25908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FF0000"/>
                </a:solidFill>
                <a:latin typeface="微软雅黑"/>
                <a:ea typeface="微软雅黑"/>
              </a:rPr>
              <a:t>挖矿（共识）机制</a:t>
            </a:r>
            <a:endParaRPr lang="zh-CN" sz="2100" b="true">
              <a:solidFill>
                <a:srgbClr val="FF0000"/>
              </a:solidFill>
              <a:latin typeface="微软雅黑"/>
              <a:ea typeface="微软雅黑"/>
            </a:endParaRPr>
          </a:p>
        </p:txBody>
      </p:sp>
      <p:sp>
        <p:nvSpPr>
          <p:cNvPr id="139" name="文本框 24"/>
          <p:cNvSpPr/>
          <p:nvPr/>
        </p:nvSpPr>
        <p:spPr>
          <a:xfrm>
            <a:off x="6681788" y="4089400"/>
            <a:ext cx="169545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SzPct val="80000"/>
            </a:pPr>
            <a:r>
              <a:rPr lang="zh-CN" sz="2100" b="true">
                <a:solidFill>
                  <a:srgbClr val="2392E4"/>
                </a:solidFill>
                <a:latin typeface="微软雅黑"/>
                <a:ea typeface="微软雅黑"/>
              </a:rPr>
              <a:t>公链</a:t>
            </a:r>
            <a:r>
              <a:rPr lang="en-US" sz="2100" b="true">
                <a:solidFill>
                  <a:srgbClr val="2392E4"/>
                </a:solidFill>
                <a:latin typeface="微软雅黑"/>
                <a:ea typeface="微软雅黑"/>
              </a:rPr>
              <a:t>/</a:t>
            </a:r>
            <a:r>
              <a:rPr lang="zh-CN" sz="2100" b="true">
                <a:solidFill>
                  <a:srgbClr val="2392E4"/>
                </a:solidFill>
                <a:latin typeface="微软雅黑"/>
                <a:ea typeface="微软雅黑"/>
              </a:rPr>
              <a:t>联盟链</a:t>
            </a:r>
            <a:endParaRPr lang="zh-CN" sz="2100" b="true">
              <a:solidFill>
                <a:srgbClr val="2392E4"/>
              </a:solidFill>
              <a:latin typeface="微软雅黑"/>
              <a:ea typeface="微软雅黑"/>
            </a:endParaRPr>
          </a:p>
        </p:txBody>
      </p:sp>
      <p:sp>
        <p:nvSpPr>
          <p:cNvPr id="140" name="内容占位符 6"/>
          <p:cNvSpPr/>
          <p:nvPr/>
        </p:nvSpPr>
        <p:spPr>
          <a:xfrm>
            <a:off x="966788" y="4410075"/>
            <a:ext cx="1336675" cy="401638"/>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en-US" sz="900">
                <a:solidFill>
                  <a:srgbClr val="7F7F7F"/>
                </a:solidFill>
                <a:latin typeface="微软雅黑"/>
                <a:ea typeface="微软雅黑"/>
              </a:rPr>
              <a:t>Hash/</a:t>
            </a:r>
            <a:r>
              <a:rPr lang="zh-CN" sz="900">
                <a:solidFill>
                  <a:srgbClr val="7F7F7F"/>
                </a:solidFill>
                <a:latin typeface="微软雅黑"/>
                <a:ea typeface="微软雅黑"/>
              </a:rPr>
              <a:t>对称加密</a:t>
            </a:r>
            <a:r>
              <a:rPr lang="en-US" sz="900">
                <a:solidFill>
                  <a:srgbClr val="7F7F7F"/>
                </a:solidFill>
                <a:latin typeface="微软雅黑"/>
                <a:ea typeface="微软雅黑"/>
              </a:rPr>
              <a:t>/</a:t>
            </a:r>
            <a:r>
              <a:rPr lang="zh-CN" sz="900">
                <a:solidFill>
                  <a:srgbClr val="7F7F7F"/>
                </a:solidFill>
                <a:latin typeface="微软雅黑"/>
                <a:ea typeface="微软雅黑"/>
              </a:rPr>
              <a:t>非对称加密</a:t>
            </a:r>
            <a:r>
              <a:rPr lang="en-US" sz="900">
                <a:solidFill>
                  <a:srgbClr val="7F7F7F"/>
                </a:solidFill>
                <a:latin typeface="微软雅黑"/>
                <a:ea typeface="微软雅黑"/>
              </a:rPr>
              <a:t>/</a:t>
            </a:r>
            <a:r>
              <a:rPr lang="zh-CN" sz="900">
                <a:solidFill>
                  <a:srgbClr val="7F7F7F"/>
                </a:solidFill>
                <a:latin typeface="微软雅黑"/>
                <a:ea typeface="微软雅黑"/>
              </a:rPr>
              <a:t>数字签名</a:t>
            </a:r>
            <a:endParaRPr lang="zh-CN" sz="900">
              <a:solidFill>
                <a:srgbClr val="7F7F7F"/>
              </a:solidFill>
              <a:latin typeface="微软雅黑"/>
              <a:ea typeface="微软雅黑"/>
            </a:endParaRPr>
          </a:p>
        </p:txBody>
      </p:sp>
      <p:sp>
        <p:nvSpPr>
          <p:cNvPr id="141" name="内容占位符 6"/>
          <p:cNvSpPr/>
          <p:nvPr/>
        </p:nvSpPr>
        <p:spPr>
          <a:xfrm>
            <a:off x="1014413" y="3508375"/>
            <a:ext cx="1784350" cy="285750"/>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zh-CN" sz="900">
                <a:solidFill>
                  <a:srgbClr val="7F7F7F"/>
                </a:solidFill>
                <a:latin typeface="微软雅黑"/>
                <a:ea typeface="微软雅黑"/>
              </a:rPr>
              <a:t>区块</a:t>
            </a:r>
            <a:r>
              <a:rPr lang="en-US" sz="900">
                <a:solidFill>
                  <a:srgbClr val="7F7F7F"/>
                </a:solidFill>
                <a:latin typeface="微软雅黑"/>
                <a:ea typeface="微软雅黑"/>
              </a:rPr>
              <a:t>/</a:t>
            </a:r>
            <a:r>
              <a:rPr lang="zh-CN" sz="900">
                <a:solidFill>
                  <a:srgbClr val="7F7F7F"/>
                </a:solidFill>
                <a:latin typeface="微软雅黑"/>
                <a:ea typeface="微软雅黑"/>
              </a:rPr>
              <a:t>链</a:t>
            </a:r>
            <a:r>
              <a:rPr lang="en-US" sz="900">
                <a:solidFill>
                  <a:srgbClr val="7F7F7F"/>
                </a:solidFill>
                <a:latin typeface="微软雅黑"/>
                <a:ea typeface="微软雅黑"/>
              </a:rPr>
              <a:t>/</a:t>
            </a:r>
            <a:r>
              <a:rPr lang="zh-CN" sz="900">
                <a:solidFill>
                  <a:srgbClr val="7F7F7F"/>
                </a:solidFill>
                <a:latin typeface="微软雅黑"/>
                <a:ea typeface="微软雅黑"/>
              </a:rPr>
              <a:t>交易</a:t>
            </a:r>
            <a:r>
              <a:rPr lang="en-US" sz="900">
                <a:solidFill>
                  <a:srgbClr val="7F7F7F"/>
                </a:solidFill>
                <a:latin typeface="微软雅黑"/>
                <a:ea typeface="微软雅黑"/>
              </a:rPr>
              <a:t>UTXO</a:t>
            </a:r>
            <a:endParaRPr lang="en-US" sz="900">
              <a:solidFill>
                <a:srgbClr val="7F7F7F"/>
              </a:solidFill>
              <a:latin typeface="微软雅黑"/>
              <a:ea typeface="微软雅黑"/>
            </a:endParaRPr>
          </a:p>
        </p:txBody>
      </p:sp>
      <p:sp>
        <p:nvSpPr>
          <p:cNvPr id="142" name="内容占位符 6"/>
          <p:cNvSpPr/>
          <p:nvPr/>
        </p:nvSpPr>
        <p:spPr>
          <a:xfrm>
            <a:off x="3059113" y="2427288"/>
            <a:ext cx="2994025" cy="411162"/>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42975">
              <a:lnSpc>
                <a:spcPct val="120000"/>
              </a:lnSpc>
            </a:pPr>
            <a:r>
              <a:rPr lang="en-US" sz="900">
                <a:solidFill>
                  <a:srgbClr val="7F7F7F"/>
                </a:solidFill>
                <a:latin typeface="微软雅黑"/>
                <a:ea typeface="微软雅黑"/>
              </a:rPr>
              <a:t>POW/</a:t>
            </a:r>
            <a:r>
              <a:rPr lang="zh-CN" sz="900">
                <a:solidFill>
                  <a:srgbClr val="7F7F7F"/>
                </a:solidFill>
                <a:latin typeface="微软雅黑"/>
                <a:ea typeface="微软雅黑"/>
              </a:rPr>
              <a:t>其它共识算法</a:t>
            </a:r>
            <a:endParaRPr lang="zh-CN" sz="900">
              <a:solidFill>
                <a:srgbClr val="7F7F7F"/>
              </a:solidFill>
              <a:latin typeface="微软雅黑"/>
              <a:ea typeface="微软雅黑"/>
            </a:endParaRPr>
          </a:p>
        </p:txBody>
      </p:sp>
      <p:sp>
        <p:nvSpPr>
          <p:cNvPr id="143" name="矩形 16"/>
          <p:cNvSpPr/>
          <p:nvPr/>
        </p:nvSpPr>
        <p:spPr>
          <a:xfrm>
            <a:off x="3719513" y="3922713"/>
            <a:ext cx="1620837" cy="522287"/>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800" b="true">
                <a:solidFill>
                  <a:srgbClr val="EA305E"/>
                </a:solidFill>
                <a:latin typeface="微软雅黑"/>
                <a:ea typeface="微软雅黑"/>
              </a:rPr>
              <a:t>关键技术</a:t>
            </a:r>
            <a:endParaRPr lang="zh-CN" sz="2800" b="true">
              <a:solidFill>
                <a:srgbClr val="EA305E"/>
              </a:solidFill>
              <a:latin typeface="微软雅黑"/>
              <a:ea typeface="微软雅黑"/>
            </a:endParaRPr>
          </a:p>
        </p:txBody>
      </p:sp>
      <p:sp>
        <p:nvSpPr>
          <p:cNvPr id="144" name="矩形 18"/>
          <p:cNvSpPr/>
          <p:nvPr/>
        </p:nvSpPr>
        <p:spPr>
          <a:xfrm>
            <a:off x="333375" y="573088"/>
            <a:ext cx="8369300" cy="3841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ts val="2600"/>
              </a:lnSpc>
            </a:pPr>
            <a:r>
              <a:rPr lang="zh-CN" sz="1400">
                <a:latin typeface="微软雅黑"/>
                <a:ea typeface="微软雅黑"/>
              </a:rPr>
              <a:t>单个技术都不是新技术，但将这些技术形成一套组合拳，就有了一个创新的技术体系 </a:t>
            </a:r>
            <a:r>
              <a:rPr lang="en-US" sz="1400">
                <a:latin typeface="微软雅黑"/>
                <a:ea typeface="微软雅黑"/>
              </a:rPr>
              <a:t>—</a:t>
            </a:r>
            <a:r>
              <a:rPr lang="zh-CN" sz="1400">
                <a:latin typeface="微软雅黑"/>
                <a:ea typeface="微软雅黑"/>
              </a:rPr>
              <a:t> </a:t>
            </a:r>
            <a:r>
              <a:rPr lang="zh-CN" sz="1400" b="true">
                <a:solidFill>
                  <a:srgbClr val="2392E4"/>
                </a:solidFill>
                <a:latin typeface="微软雅黑"/>
                <a:ea typeface="微软雅黑"/>
              </a:rPr>
              <a:t>区块链</a:t>
            </a:r>
            <a:endParaRPr lang="zh-CN" sz="1400" b="true">
              <a:solidFill>
                <a:srgbClr val="2392E4"/>
              </a:solidFill>
              <a:latin typeface="微软雅黑"/>
              <a:ea typeface="微软雅黑"/>
            </a:endParaRPr>
          </a:p>
        </p:txBody>
      </p:sp>
      <p:sp>
        <p:nvSpPr>
          <p:cNvPr id="145" name="文本框 20"/>
          <p:cNvSpPr/>
          <p:nvPr/>
        </p:nvSpPr>
        <p:spPr>
          <a:xfrm>
            <a:off x="395288" y="122238"/>
            <a:ext cx="3382962" cy="5492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800" b="true">
                <a:solidFill>
                  <a:srgbClr val="0070C0"/>
                </a:solidFill>
                <a:latin typeface="微软雅黑"/>
                <a:ea typeface="微软雅黑"/>
              </a:rPr>
              <a:t>区块链关键技术体系</a:t>
            </a:r>
            <a:endParaRPr lang="zh-CN" sz="2800" b="true">
              <a:solidFill>
                <a:srgbClr val="0070C0"/>
              </a:solidFill>
              <a:latin typeface="微软雅黑"/>
              <a:ea typeface="微软雅黑"/>
            </a:endParaRPr>
          </a:p>
        </p:txBody>
      </p:sp>
    </p:spTree>
  </p:cSld>
  <p:clrMapOvr>
    <a:masterClrMapping/>
  </p:clrMapOvr>
</p:sld>
</file>

<file path=ppt/slides/slide12.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146" name=""/>
        <p:cNvGrpSpPr/>
        <p:nvPr/>
      </p:nvGrpSpPr>
      <p:grpSpPr>
        <a:xfrm>
          <a:off x="0" y="0"/>
          <a:ext cx="0" cy="0"/>
          <a:chOff x="0" y="0"/>
          <a:chExt cx="0" cy="0"/>
        </a:xfrm>
      </p:grpSpPr>
      <p:pic>
        <p:nvPicPr>
          <p:cNvPr id="147" name="图片 5"/>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36513" y="1347788"/>
            <a:ext cx="4951412" cy="2473325"/>
          </a:xfrm>
          <a:prstGeom prst="rect"/>
          <a:noFill/>
          <a:ln>
            <a:noFill/>
            <a:miter lim="800000"/>
          </a:ln>
        </p:spPr>
      </p:pic>
      <p:sp>
        <p:nvSpPr>
          <p:cNvPr id="148" name="圆角矩形 5"/>
          <p:cNvSpPr/>
          <p:nvPr/>
        </p:nvSpPr>
        <p:spPr>
          <a:xfrm>
            <a:off x="3708400" y="3724275"/>
            <a:ext cx="5357813" cy="1168400"/>
          </a:xfrm>
          <a:prstGeom prst="roundRect"/>
          <a:solidFill>
            <a:schemeClr val="accent3"/>
          </a:solidFill>
          <a:ln w="12700">
            <a:solidFill>
              <a:schemeClr val="accent3">
                <a:shade val="50000"/>
              </a:schemeClr>
            </a:solidFill>
            <a:prstDash val="solid"/>
            <a:miter lim="800000"/>
            <a:headEnd type="none" w="med" len="med"/>
            <a:tailEnd type="none" w="med" len="med"/>
          </a:ln>
        </p:spPr>
        <p:txBody>
          <a:bodyPr anchor="ctr"/>
          <a:p>
            <a:pPr marL="0" lvl="0" indent="0" algn="ctr" defTabSz="914400">
              <a:lnSpc>
                <a:spcPct val="100000"/>
              </a:lnSpc>
              <a:spcBef>
                <a:spcPct val="1"/>
              </a:spcBef>
              <a:spcAft>
                <a:spcPct val="1"/>
              </a:spcAft>
              <a:buClrTx/>
              <a:buSzTx/>
              <a:buFontTx/>
              <a:buNone/>
            </a:pPr>
            <a:endParaRPr lang="zh-CN" sz="1600" b="false" i="false" u="none" strike="noStrike" kern="1200" spc="0" baseline="0">
              <a:ln>
                <a:noFill/>
              </a:ln>
              <a:solidFill>
                <a:schemeClr val="lt1"/>
              </a:solidFill>
              <a:latin typeface="微软雅黑"/>
              <a:ea typeface="微软雅黑"/>
            </a:endParaRPr>
          </a:p>
        </p:txBody>
      </p:sp>
      <p:sp>
        <p:nvSpPr>
          <p:cNvPr id="149" name="灯片编号占位符 3"/>
          <p:cNvSpPr txBox="true">
            <a:spLocks noGrp="true" noChangeArrowheads="true"/>
          </p:cNvSpPr>
          <p:nvPr>
            <p:ph type="sldNum"/>
          </p:nvPr>
        </p:nvSpPr>
        <p:spPr>
          <a:xfrm>
            <a:off x="8594725" y="4803775"/>
            <a:ext cx="549275" cy="303213"/>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A38C9C5F-F963-4BED-BC11-FB78B9213BAE}" type="slidenum">
              <a:rPr lang="en-US" sz="900">
                <a:solidFill>
                  <a:srgbClr val="898989"/>
                </a:solidFill>
                <a:ea typeface="黑体"/>
              </a:rPr>
              <a:t>12</a:t>
            </a:fld>
            <a:endParaRPr lang="en-US" sz="900">
              <a:solidFill>
                <a:srgbClr val="898989"/>
              </a:solidFill>
              <a:ea typeface="黑体"/>
            </a:endParaRPr>
          </a:p>
        </p:txBody>
      </p:sp>
      <p:sp>
        <p:nvSpPr>
          <p:cNvPr id="150"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挖矿</a:t>
            </a:r>
            <a:r>
              <a:rPr lang="en-US" sz="3000">
                <a:solidFill>
                  <a:srgbClr val="0070C0"/>
                </a:solidFill>
                <a:latin typeface="微软雅黑"/>
                <a:ea typeface="等线 Light"/>
              </a:rPr>
              <a:t>——</a:t>
            </a:r>
            <a:r>
              <a:rPr lang="zh-CN" sz="3000">
                <a:solidFill>
                  <a:srgbClr val="0070C0"/>
                </a:solidFill>
                <a:latin typeface="微软雅黑"/>
                <a:ea typeface="等线 Light"/>
              </a:rPr>
              <a:t>竞争区块</a:t>
            </a:r>
            <a:r>
              <a:rPr lang="en-US" sz="3000">
                <a:solidFill>
                  <a:srgbClr val="0070C0"/>
                </a:solidFill>
                <a:latin typeface="微软雅黑"/>
                <a:ea typeface="等线 Light"/>
              </a:rPr>
              <a:t>打包权</a:t>
            </a:r>
            <a:endParaRPr lang="en-US" sz="3000">
              <a:solidFill>
                <a:srgbClr val="0070C0"/>
              </a:solidFill>
              <a:latin typeface="微软雅黑"/>
              <a:ea typeface="等线 Light"/>
            </a:endParaRPr>
          </a:p>
        </p:txBody>
      </p:sp>
      <p:sp>
        <p:nvSpPr>
          <p:cNvPr id="151" name="文本框 4"/>
          <p:cNvSpPr/>
          <p:nvPr/>
        </p:nvSpPr>
        <p:spPr>
          <a:xfrm>
            <a:off x="395288" y="700088"/>
            <a:ext cx="7042150" cy="639762"/>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a:latin typeface="仿宋"/>
                <a:ea typeface="仿宋"/>
              </a:rPr>
              <a:t>全球这么多节点参与记录账本，多节点记录怎么保证区块内容一致？</a:t>
            </a:r>
            <a:endParaRPr lang="zh-CN">
              <a:latin typeface="仿宋"/>
              <a:ea typeface="仿宋"/>
            </a:endParaRPr>
          </a:p>
          <a:p>
            <a:pPr marL="0" lvl="0" indent="0"/>
            <a:r>
              <a:rPr lang="zh-CN">
                <a:latin typeface="仿宋"/>
                <a:ea typeface="仿宋"/>
              </a:rPr>
              <a:t>让大家做道题，谁先完成谁获得打包权，奖励就归谁</a:t>
            </a:r>
            <a:endParaRPr lang="zh-CN">
              <a:latin typeface="仿宋"/>
              <a:ea typeface="仿宋"/>
            </a:endParaRPr>
          </a:p>
        </p:txBody>
      </p:sp>
      <p:sp>
        <p:nvSpPr>
          <p:cNvPr id="152" name="文本框 6"/>
          <p:cNvSpPr/>
          <p:nvPr/>
        </p:nvSpPr>
        <p:spPr>
          <a:xfrm>
            <a:off x="396875" y="3795713"/>
            <a:ext cx="3303588" cy="36671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900">
                <a:latin typeface="仿宋"/>
                <a:ea typeface="仿宋"/>
              </a:rPr>
              <a:t>这里所说的扔硬币实际是电脑做哈希（Hash）散列运算，这和电脑算力有关</a:t>
            </a:r>
            <a:endParaRPr lang="zh-CN" sz="900">
              <a:latin typeface="仿宋"/>
              <a:ea typeface="仿宋"/>
            </a:endParaRPr>
          </a:p>
        </p:txBody>
      </p:sp>
      <p:sp>
        <p:nvSpPr>
          <p:cNvPr id="153" name="文本框 7"/>
          <p:cNvSpPr/>
          <p:nvPr/>
        </p:nvSpPr>
        <p:spPr>
          <a:xfrm>
            <a:off x="5148263" y="1708150"/>
            <a:ext cx="3536950" cy="1706563"/>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b="true">
                <a:latin typeface="Arial"/>
              </a:rPr>
              <a:t>数学题：</a:t>
            </a:r>
            <a:endParaRPr lang="en-US" b="true"/>
          </a:p>
          <a:p>
            <a:pPr marL="0" lvl="0" indent="0">
              <a:buChar char="Ø"/>
            </a:pPr>
            <a:r>
              <a:rPr lang="zh-CN" sz="1400">
                <a:latin typeface="仿宋"/>
                <a:ea typeface="仿宋"/>
              </a:rPr>
              <a:t>区块哈希计算 </a:t>
            </a:r>
            <a:r>
              <a:rPr lang="en-US" sz="1400">
                <a:latin typeface="仿宋"/>
                <a:ea typeface="仿宋"/>
              </a:rPr>
              <a:t>= </a:t>
            </a:r>
            <a:r>
              <a:rPr lang="en-US" sz="1400">
                <a:latin typeface="仿宋"/>
                <a:ea typeface="仿宋"/>
              </a:rPr>
              <a:t>上一区块</a:t>
            </a:r>
            <a:r>
              <a:rPr lang="en-US" sz="1400">
                <a:latin typeface="仿宋"/>
                <a:ea typeface="仿宋"/>
              </a:rPr>
              <a:t>Hash + </a:t>
            </a:r>
            <a:r>
              <a:rPr lang="en-US" sz="1400">
                <a:latin typeface="仿宋"/>
                <a:ea typeface="仿宋"/>
              </a:rPr>
              <a:t>当前区块交易集</a:t>
            </a:r>
            <a:r>
              <a:rPr lang="en-US" sz="1400">
                <a:latin typeface="仿宋"/>
                <a:ea typeface="仿宋"/>
              </a:rPr>
              <a:t>Hash + </a:t>
            </a:r>
            <a:r>
              <a:rPr lang="en-US" sz="1400">
                <a:latin typeface="仿宋"/>
                <a:ea typeface="仿宋"/>
              </a:rPr>
              <a:t>任意随机数 </a:t>
            </a:r>
            <a:r>
              <a:rPr lang="en-US" sz="1400">
                <a:latin typeface="仿宋"/>
                <a:ea typeface="仿宋"/>
              </a:rPr>
              <a:t>+ ...</a:t>
            </a:r>
            <a:r>
              <a:rPr lang="en-US" sz="1400">
                <a:latin typeface="仿宋"/>
                <a:ea typeface="仿宋"/>
              </a:rPr>
              <a:t> </a:t>
            </a:r>
            <a:endParaRPr lang="en-US" sz="1400">
              <a:latin typeface="仿宋"/>
              <a:ea typeface="仿宋"/>
            </a:endParaRPr>
          </a:p>
          <a:p>
            <a:pPr marL="0" lvl="0" indent="0">
              <a:buChar char="Ø"/>
            </a:pPr>
            <a:endParaRPr lang="en-US" sz="1200">
              <a:latin typeface="仿宋"/>
              <a:ea typeface="仿宋"/>
            </a:endParaRPr>
          </a:p>
          <a:p>
            <a:pPr marL="0" lvl="0" indent="0">
              <a:buChar char="Ø"/>
            </a:pPr>
            <a:r>
              <a:rPr lang="en-US" sz="1400">
                <a:latin typeface="仿宋"/>
                <a:ea typeface="仿宋"/>
              </a:rPr>
              <a:t>该哈希值需满足前</a:t>
            </a:r>
            <a:r>
              <a:rPr lang="en-US" sz="1400">
                <a:latin typeface="仿宋"/>
                <a:ea typeface="仿宋"/>
              </a:rPr>
              <a:t>N</a:t>
            </a:r>
            <a:r>
              <a:rPr lang="en-US" sz="1400">
                <a:latin typeface="仿宋"/>
                <a:ea typeface="仿宋"/>
              </a:rPr>
              <a:t>位为</a:t>
            </a:r>
            <a:r>
              <a:rPr lang="en-US" sz="1400">
                <a:latin typeface="仿宋"/>
                <a:ea typeface="仿宋"/>
              </a:rPr>
              <a:t>0</a:t>
            </a:r>
            <a:endParaRPr lang="en-US" sz="1400">
              <a:latin typeface="仿宋"/>
              <a:ea typeface="仿宋"/>
            </a:endParaRPr>
          </a:p>
          <a:p>
            <a:pPr marL="0" lvl="0" indent="0">
              <a:buChar char="Ø"/>
            </a:pPr>
            <a:endParaRPr lang="en-US" sz="1200">
              <a:latin typeface="仿宋"/>
              <a:ea typeface="仿宋"/>
            </a:endParaRPr>
          </a:p>
          <a:p>
            <a:pPr marL="0" lvl="0" indent="0">
              <a:buChar char="Ø"/>
            </a:pPr>
            <a:r>
              <a:rPr lang="en-US" sz="1400">
                <a:latin typeface="仿宋"/>
                <a:ea typeface="仿宋"/>
              </a:rPr>
              <a:t>求该随机数</a:t>
            </a:r>
            <a:r>
              <a:rPr lang="en-US" sz="1400">
                <a:latin typeface="仿宋"/>
                <a:ea typeface="仿宋"/>
              </a:rPr>
              <a:t>A</a:t>
            </a:r>
            <a:endParaRPr lang="en-US" sz="1600">
              <a:latin typeface="仿宋"/>
              <a:ea typeface="仿宋"/>
            </a:endParaRPr>
          </a:p>
          <a:p>
            <a:pPr marL="0" lvl="0" indent="0"/>
            <a:endParaRPr lang="zh-CN" sz="800">
              <a:latin typeface="仿宋"/>
              <a:ea typeface="仿宋"/>
            </a:endParaRPr>
          </a:p>
        </p:txBody>
      </p:sp>
      <p:sp>
        <p:nvSpPr>
          <p:cNvPr id="154" name="圆角矩形 101"/>
          <p:cNvSpPr/>
          <p:nvPr/>
        </p:nvSpPr>
        <p:spPr>
          <a:xfrm>
            <a:off x="4154488" y="4078288"/>
            <a:ext cx="1417637" cy="50482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155" name="圆角矩形 102"/>
          <p:cNvSpPr/>
          <p:nvPr/>
        </p:nvSpPr>
        <p:spPr>
          <a:xfrm>
            <a:off x="4225925" y="4165600"/>
            <a:ext cx="514350" cy="338138"/>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上一区块</a:t>
            </a:r>
            <a:r>
              <a:rPr lang="en-US" sz="600">
                <a:solidFill>
                  <a:srgbClr val="000000"/>
                </a:solidFill>
                <a:latin typeface="微软雅黑"/>
              </a:rPr>
              <a:t>Hash</a:t>
            </a:r>
            <a:endParaRPr lang="en-US" sz="600">
              <a:solidFill>
                <a:srgbClr val="000000"/>
              </a:solidFill>
              <a:latin typeface="微软雅黑"/>
            </a:endParaRPr>
          </a:p>
        </p:txBody>
      </p:sp>
      <p:sp>
        <p:nvSpPr>
          <p:cNvPr id="156" name="圆角矩形 103"/>
          <p:cNvSpPr/>
          <p:nvPr/>
        </p:nvSpPr>
        <p:spPr>
          <a:xfrm>
            <a:off x="4873625" y="4151313"/>
            <a:ext cx="560388" cy="346075"/>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本区块交易集</a:t>
            </a:r>
            <a:r>
              <a:rPr lang="en-US" sz="600">
                <a:solidFill>
                  <a:srgbClr val="000000"/>
                </a:solidFill>
                <a:latin typeface="微软雅黑"/>
              </a:rPr>
              <a:t>Hash</a:t>
            </a:r>
            <a:endParaRPr lang="en-US" sz="600">
              <a:solidFill>
                <a:srgbClr val="000000"/>
              </a:solidFill>
              <a:latin typeface="微软雅黑"/>
            </a:endParaRPr>
          </a:p>
        </p:txBody>
      </p:sp>
      <p:sp>
        <p:nvSpPr>
          <p:cNvPr id="157" name="圆角矩形 104"/>
          <p:cNvSpPr/>
          <p:nvPr/>
        </p:nvSpPr>
        <p:spPr>
          <a:xfrm>
            <a:off x="5883275" y="4079875"/>
            <a:ext cx="1435100" cy="503238"/>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158" name="圆角矩形 105"/>
          <p:cNvSpPr/>
          <p:nvPr/>
        </p:nvSpPr>
        <p:spPr>
          <a:xfrm>
            <a:off x="5954713" y="4165600"/>
            <a:ext cx="514350" cy="338138"/>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上一区块</a:t>
            </a:r>
            <a:r>
              <a:rPr lang="en-US" sz="600">
                <a:solidFill>
                  <a:srgbClr val="000000"/>
                </a:solidFill>
                <a:latin typeface="微软雅黑"/>
              </a:rPr>
              <a:t>Hash</a:t>
            </a:r>
            <a:endParaRPr lang="en-US" sz="600">
              <a:solidFill>
                <a:srgbClr val="000000"/>
              </a:solidFill>
              <a:latin typeface="微软雅黑"/>
            </a:endParaRPr>
          </a:p>
        </p:txBody>
      </p:sp>
      <p:sp>
        <p:nvSpPr>
          <p:cNvPr id="159" name="圆角矩形 106"/>
          <p:cNvSpPr/>
          <p:nvPr/>
        </p:nvSpPr>
        <p:spPr>
          <a:xfrm>
            <a:off x="6602413" y="4151313"/>
            <a:ext cx="560387" cy="346075"/>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本区块交易集</a:t>
            </a:r>
            <a:r>
              <a:rPr lang="en-US" sz="600">
                <a:solidFill>
                  <a:srgbClr val="000000"/>
                </a:solidFill>
                <a:latin typeface="微软雅黑"/>
              </a:rPr>
              <a:t>Hash</a:t>
            </a:r>
            <a:endParaRPr lang="en-US" sz="600">
              <a:solidFill>
                <a:srgbClr val="000000"/>
              </a:solidFill>
              <a:latin typeface="微软雅黑"/>
            </a:endParaRPr>
          </a:p>
        </p:txBody>
      </p:sp>
      <p:sp>
        <p:nvSpPr>
          <p:cNvPr id="160" name="圆角矩形 107"/>
          <p:cNvSpPr/>
          <p:nvPr/>
        </p:nvSpPr>
        <p:spPr>
          <a:xfrm>
            <a:off x="7610475" y="4078288"/>
            <a:ext cx="1417638" cy="504825"/>
          </a:xfrm>
          <a:prstGeom prst="roundRect">
            <a:avLst>
              <a:gd name="adj" fmla="val 16667"/>
            </a:avLst>
          </a:prstGeom>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161" name="圆角矩形 108"/>
          <p:cNvSpPr/>
          <p:nvPr/>
        </p:nvSpPr>
        <p:spPr>
          <a:xfrm>
            <a:off x="7754938" y="4151313"/>
            <a:ext cx="514350" cy="338137"/>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上一区块</a:t>
            </a:r>
            <a:r>
              <a:rPr lang="en-US" sz="600">
                <a:solidFill>
                  <a:srgbClr val="000000"/>
                </a:solidFill>
                <a:latin typeface="微软雅黑"/>
              </a:rPr>
              <a:t>Hash</a:t>
            </a:r>
            <a:endParaRPr lang="en-US" sz="600">
              <a:solidFill>
                <a:srgbClr val="000000"/>
              </a:solidFill>
              <a:latin typeface="微软雅黑"/>
            </a:endParaRPr>
          </a:p>
        </p:txBody>
      </p:sp>
      <p:sp>
        <p:nvSpPr>
          <p:cNvPr id="162" name="圆角矩形 109"/>
          <p:cNvSpPr/>
          <p:nvPr/>
        </p:nvSpPr>
        <p:spPr>
          <a:xfrm>
            <a:off x="8331200" y="4151313"/>
            <a:ext cx="560388" cy="346075"/>
          </a:xfrm>
          <a:prstGeom prst="roundRect"/>
          <a:solidFill>
            <a:schemeClr val="lt1"/>
          </a:solidFill>
          <a:ln w="12700">
            <a:solidFill>
              <a:schemeClr val="dk1"/>
            </a:solidFill>
            <a:prstDash val="solid"/>
            <a:miter lim="800000"/>
            <a:headEnd type="none" w="med" len="med"/>
            <a:tailEnd type="none" w="med" len="me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600">
                <a:solidFill>
                  <a:srgbClr val="000000"/>
                </a:solidFill>
                <a:latin typeface="微软雅黑"/>
              </a:rPr>
              <a:t>本区块交易集</a:t>
            </a:r>
            <a:r>
              <a:rPr lang="en-US" sz="600">
                <a:solidFill>
                  <a:srgbClr val="000000"/>
                </a:solidFill>
                <a:latin typeface="微软雅黑"/>
              </a:rPr>
              <a:t>Hash</a:t>
            </a:r>
            <a:endParaRPr lang="en-US" sz="600">
              <a:solidFill>
                <a:srgbClr val="000000"/>
              </a:solidFill>
              <a:latin typeface="微软雅黑"/>
            </a:endParaRPr>
          </a:p>
        </p:txBody>
      </p:sp>
      <p:cxnSp>
        <p:nvCxnSpPr>
          <p:cNvPr id="163" name="直接箭头连接符 110"/>
          <p:cNvCxnSpPr>
            <a:endCxn id="156" idx="0"/>
          </p:cNvCxnSpPr>
          <p:nvPr/>
        </p:nvCxnSpPr>
        <p:spPr>
          <a:xfrm flipH="true">
            <a:off x="5154613" y="3852863"/>
            <a:ext cx="28575" cy="298450"/>
          </a:xfrm>
          <a:prstGeom prst="line"/>
          <a:noFill/>
          <a:ln w="12700">
            <a:solidFill>
              <a:schemeClr val="accent2"/>
            </a:solidFill>
            <a:miter lim="800000"/>
            <a:tailEnd type="arrow"/>
          </a:ln>
        </p:spPr>
      </p:cxnSp>
      <p:sp>
        <p:nvSpPr>
          <p:cNvPr id="164" name="文本框 111"/>
          <p:cNvSpPr/>
          <p:nvPr/>
        </p:nvSpPr>
        <p:spPr>
          <a:xfrm>
            <a:off x="5235575" y="3719513"/>
            <a:ext cx="1063625" cy="22225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800">
                <a:latin typeface="微软雅黑"/>
                <a:ea typeface="微软雅黑"/>
              </a:rPr>
              <a:t>篡改某个交易内容</a:t>
            </a:r>
            <a:endParaRPr lang="zh-CN" sz="800">
              <a:latin typeface="微软雅黑"/>
              <a:ea typeface="微软雅黑"/>
            </a:endParaRPr>
          </a:p>
        </p:txBody>
      </p:sp>
      <p:sp>
        <p:nvSpPr>
          <p:cNvPr id="165" name="乘号 112"/>
          <p:cNvSpPr/>
          <p:nvPr/>
        </p:nvSpPr>
        <p:spPr>
          <a:xfrm>
            <a:off x="5451475" y="4360863"/>
            <a:ext cx="277813" cy="357187"/>
          </a:xfrm>
          <a:custGeom>
            <a:pathLst>
              <a:path w="277813" h="357187">
                <a:moveTo>
                  <a:pt x="40937" y="105853"/>
                </a:moveTo>
                <a:lnTo>
                  <a:pt x="92509" y="65720"/>
                </a:lnTo>
                <a:lnTo>
                  <a:pt x="138907" y="125373"/>
                </a:lnTo>
                <a:lnTo>
                  <a:pt x="185303" y="65720"/>
                </a:lnTo>
                <a:lnTo>
                  <a:pt x="236875" y="105853"/>
                </a:lnTo>
                <a:lnTo>
                  <a:pt x="180299" y="178593"/>
                </a:lnTo>
                <a:lnTo>
                  <a:pt x="236875" y="251333"/>
                </a:lnTo>
                <a:lnTo>
                  <a:pt x="185303" y="291466"/>
                </a:lnTo>
                <a:lnTo>
                  <a:pt x="138907" y="231813"/>
                </a:lnTo>
                <a:lnTo>
                  <a:pt x="92509" y="291466"/>
                </a:lnTo>
                <a:lnTo>
                  <a:pt x="40937" y="251333"/>
                </a:lnTo>
                <a:lnTo>
                  <a:pt x="97513" y="178593"/>
                </a:lnTo>
                <a:lnTo>
                  <a:pt x="40937" y="105853"/>
                </a:lnTo>
                <a:close/>
              </a:path>
            </a:pathLst>
          </a:custGeom>
          <a:solidFill>
            <a:srgbClr val="FF0000"/>
          </a:solidFill>
          <a:ln w="19050">
            <a:solidFill>
              <a:srgbClr val="FF0000"/>
            </a:solidFill>
            <a:round/>
          </a:ln>
        </p:spPr>
        <p:txBody>
          <a:bodyPr/>
          <a:p/>
        </p:txBody>
      </p:sp>
      <p:cxnSp>
        <p:nvCxnSpPr>
          <p:cNvPr id="166" name="直接箭头连接符 113"/>
          <p:cNvCxnSpPr>
            <a:stCxn id="154" idx="3"/>
            <a:endCxn id="158" idx="1"/>
          </p:cNvCxnSpPr>
          <p:nvPr/>
        </p:nvCxnSpPr>
        <p:spPr>
          <a:xfrm>
            <a:off x="5572125" y="4332288"/>
            <a:ext cx="382588" cy="3175"/>
          </a:xfrm>
          <a:prstGeom prst="line"/>
          <a:noFill/>
          <a:ln w="12700">
            <a:solidFill>
              <a:srgbClr val="FFD659"/>
            </a:solidFill>
            <a:miter lim="800000"/>
            <a:tailEnd type="arrow"/>
          </a:ln>
        </p:spPr>
      </p:cxnSp>
      <p:cxnSp>
        <p:nvCxnSpPr>
          <p:cNvPr id="167" name="直接箭头连接符 114"/>
          <p:cNvCxnSpPr>
            <a:endCxn id="161" idx="1"/>
          </p:cNvCxnSpPr>
          <p:nvPr/>
        </p:nvCxnSpPr>
        <p:spPr>
          <a:xfrm flipV="true">
            <a:off x="7321550" y="4321175"/>
            <a:ext cx="433388" cy="1588"/>
          </a:xfrm>
          <a:prstGeom prst="line"/>
          <a:noFill/>
          <a:ln w="12700">
            <a:solidFill>
              <a:srgbClr val="FFD659"/>
            </a:solidFill>
            <a:miter lim="800000"/>
            <a:tailEnd type="arrow"/>
          </a:ln>
        </p:spPr>
      </p:cxnSp>
      <p:sp>
        <p:nvSpPr>
          <p:cNvPr id="168" name="乘号 115"/>
          <p:cNvSpPr/>
          <p:nvPr/>
        </p:nvSpPr>
        <p:spPr>
          <a:xfrm>
            <a:off x="6457950" y="4367213"/>
            <a:ext cx="279400" cy="357187"/>
          </a:xfrm>
          <a:custGeom>
            <a:pathLst>
              <a:path w="279400" h="357187">
                <a:moveTo>
                  <a:pt x="41171" y="105853"/>
                </a:moveTo>
                <a:lnTo>
                  <a:pt x="93038" y="65720"/>
                </a:lnTo>
                <a:lnTo>
                  <a:pt x="139700" y="125373"/>
                </a:lnTo>
                <a:lnTo>
                  <a:pt x="186361" y="65720"/>
                </a:lnTo>
                <a:lnTo>
                  <a:pt x="238228" y="105853"/>
                </a:lnTo>
                <a:lnTo>
                  <a:pt x="181329" y="178593"/>
                </a:lnTo>
                <a:lnTo>
                  <a:pt x="238228" y="251333"/>
                </a:lnTo>
                <a:lnTo>
                  <a:pt x="186361" y="291466"/>
                </a:lnTo>
                <a:lnTo>
                  <a:pt x="139700" y="231813"/>
                </a:lnTo>
                <a:lnTo>
                  <a:pt x="93038" y="291466"/>
                </a:lnTo>
                <a:lnTo>
                  <a:pt x="41171" y="251333"/>
                </a:lnTo>
                <a:lnTo>
                  <a:pt x="98070" y="178593"/>
                </a:lnTo>
                <a:lnTo>
                  <a:pt x="41171" y="105853"/>
                </a:lnTo>
                <a:close/>
              </a:path>
            </a:pathLst>
          </a:custGeom>
          <a:solidFill>
            <a:srgbClr val="FF0000"/>
          </a:solidFill>
          <a:ln w="19050">
            <a:solidFill>
              <a:srgbClr val="FF0000"/>
            </a:solidFill>
            <a:round/>
          </a:ln>
        </p:spPr>
        <p:txBody>
          <a:bodyPr/>
          <a:p/>
        </p:txBody>
      </p:sp>
      <p:sp>
        <p:nvSpPr>
          <p:cNvPr id="169" name="乘号 116"/>
          <p:cNvSpPr/>
          <p:nvPr/>
        </p:nvSpPr>
        <p:spPr>
          <a:xfrm>
            <a:off x="7970838" y="4367213"/>
            <a:ext cx="277812" cy="357187"/>
          </a:xfrm>
          <a:custGeom>
            <a:pathLst>
              <a:path w="277812" h="357187">
                <a:moveTo>
                  <a:pt x="40937" y="105853"/>
                </a:moveTo>
                <a:lnTo>
                  <a:pt x="92509" y="65720"/>
                </a:lnTo>
                <a:lnTo>
                  <a:pt x="138906" y="125373"/>
                </a:lnTo>
                <a:lnTo>
                  <a:pt x="185302" y="65720"/>
                </a:lnTo>
                <a:lnTo>
                  <a:pt x="236874" y="105853"/>
                </a:lnTo>
                <a:lnTo>
                  <a:pt x="180299" y="178593"/>
                </a:lnTo>
                <a:lnTo>
                  <a:pt x="236874" y="251333"/>
                </a:lnTo>
                <a:lnTo>
                  <a:pt x="185302" y="291466"/>
                </a:lnTo>
                <a:lnTo>
                  <a:pt x="138906" y="231813"/>
                </a:lnTo>
                <a:lnTo>
                  <a:pt x="92509" y="291466"/>
                </a:lnTo>
                <a:lnTo>
                  <a:pt x="40937" y="251333"/>
                </a:lnTo>
                <a:lnTo>
                  <a:pt x="97512" y="178593"/>
                </a:lnTo>
                <a:lnTo>
                  <a:pt x="40937" y="105853"/>
                </a:lnTo>
                <a:close/>
              </a:path>
            </a:pathLst>
          </a:custGeom>
          <a:solidFill>
            <a:srgbClr val="FF0000"/>
          </a:solidFill>
          <a:ln w="19050">
            <a:solidFill>
              <a:srgbClr val="FF0000"/>
            </a:solidFill>
            <a:round/>
          </a:ln>
        </p:spPr>
        <p:txBody>
          <a:bodyPr/>
          <a:p/>
        </p:txBody>
      </p:sp>
      <p:cxnSp>
        <p:nvCxnSpPr>
          <p:cNvPr id="170" name="直接箭头连接符 9"/>
          <p:cNvCxnSpPr/>
          <p:nvPr/>
        </p:nvCxnSpPr>
        <p:spPr>
          <a:xfrm flipV="true">
            <a:off x="5091113" y="4583113"/>
            <a:ext cx="287337" cy="144462"/>
          </a:xfrm>
          <a:prstGeom prst="line"/>
          <a:noFill/>
          <a:ln w="12700">
            <a:solidFill>
              <a:schemeClr val="tx1"/>
            </a:solidFill>
            <a:miter lim="800000"/>
            <a:tailEnd type="arrow"/>
          </a:ln>
        </p:spPr>
      </p:cxnSp>
      <p:sp>
        <p:nvSpPr>
          <p:cNvPr id="171" name="文本框 10"/>
          <p:cNvSpPr/>
          <p:nvPr/>
        </p:nvSpPr>
        <p:spPr>
          <a:xfrm>
            <a:off x="3722688" y="4656138"/>
            <a:ext cx="1524000" cy="2127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800">
                <a:latin typeface="仿宋"/>
                <a:ea typeface="仿宋"/>
              </a:rPr>
              <a:t>Hash</a:t>
            </a:r>
            <a:r>
              <a:rPr lang="zh-CN" sz="800">
                <a:latin typeface="仿宋"/>
                <a:ea typeface="仿宋"/>
              </a:rPr>
              <a:t>改变，需要重算幸运值</a:t>
            </a:r>
            <a:endParaRPr lang="zh-CN" sz="800">
              <a:latin typeface="仿宋"/>
              <a:ea typeface="仿宋"/>
            </a:endParaRPr>
          </a:p>
        </p:txBody>
      </p:sp>
      <p:cxnSp>
        <p:nvCxnSpPr>
          <p:cNvPr id="172" name="直接箭头连接符 11"/>
          <p:cNvCxnSpPr/>
          <p:nvPr/>
        </p:nvCxnSpPr>
        <p:spPr>
          <a:xfrm flipV="true">
            <a:off x="6673850" y="4583113"/>
            <a:ext cx="360363" cy="144462"/>
          </a:xfrm>
          <a:prstGeom prst="line"/>
          <a:noFill/>
          <a:ln w="12700">
            <a:solidFill>
              <a:schemeClr val="tx1"/>
            </a:solidFill>
            <a:miter lim="800000"/>
            <a:tailEnd type="arrow"/>
          </a:ln>
        </p:spPr>
      </p:cxnSp>
      <p:sp>
        <p:nvSpPr>
          <p:cNvPr id="173" name="文本框 12"/>
          <p:cNvSpPr/>
          <p:nvPr/>
        </p:nvSpPr>
        <p:spPr>
          <a:xfrm>
            <a:off x="5378450" y="4656138"/>
            <a:ext cx="1524000" cy="2127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800">
                <a:latin typeface="仿宋"/>
                <a:ea typeface="仿宋"/>
              </a:rPr>
              <a:t>Hash</a:t>
            </a:r>
            <a:r>
              <a:rPr lang="zh-CN" sz="800">
                <a:latin typeface="仿宋"/>
                <a:ea typeface="仿宋"/>
              </a:rPr>
              <a:t>改变，需要重算幸运值</a:t>
            </a:r>
            <a:endParaRPr lang="zh-CN" sz="800">
              <a:latin typeface="仿宋"/>
              <a:ea typeface="仿宋"/>
            </a:endParaRPr>
          </a:p>
        </p:txBody>
      </p:sp>
      <p:cxnSp>
        <p:nvCxnSpPr>
          <p:cNvPr id="174" name="直接箭头连接符 13"/>
          <p:cNvCxnSpPr/>
          <p:nvPr/>
        </p:nvCxnSpPr>
        <p:spPr>
          <a:xfrm flipV="true">
            <a:off x="8402638" y="4583113"/>
            <a:ext cx="287337" cy="144462"/>
          </a:xfrm>
          <a:prstGeom prst="line"/>
          <a:noFill/>
          <a:ln w="12700">
            <a:solidFill>
              <a:schemeClr val="tx1"/>
            </a:solidFill>
            <a:miter lim="800000"/>
            <a:tailEnd type="arrow"/>
          </a:ln>
        </p:spPr>
      </p:cxnSp>
      <p:sp>
        <p:nvSpPr>
          <p:cNvPr id="175" name="文本框 14"/>
          <p:cNvSpPr/>
          <p:nvPr/>
        </p:nvSpPr>
        <p:spPr>
          <a:xfrm>
            <a:off x="7178675" y="4656138"/>
            <a:ext cx="1524000" cy="2127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800">
                <a:latin typeface="仿宋"/>
                <a:ea typeface="仿宋"/>
              </a:rPr>
              <a:t>Hash</a:t>
            </a:r>
            <a:r>
              <a:rPr lang="zh-CN" sz="800">
                <a:latin typeface="仿宋"/>
                <a:ea typeface="仿宋"/>
              </a:rPr>
              <a:t>改变，需要重算幸运值</a:t>
            </a:r>
            <a:endParaRPr lang="zh-CN" sz="800">
              <a:latin typeface="仿宋"/>
              <a:ea typeface="仿宋"/>
            </a:endParaRPr>
          </a:p>
        </p:txBody>
      </p:sp>
      <p:sp>
        <p:nvSpPr>
          <p:cNvPr id="176" name="圆角矩形 3"/>
          <p:cNvSpPr/>
          <p:nvPr/>
        </p:nvSpPr>
        <p:spPr>
          <a:xfrm>
            <a:off x="107950" y="4516438"/>
            <a:ext cx="3509963" cy="287337"/>
          </a:xfrm>
          <a:prstGeom prst="roundRect">
            <a:avLst>
              <a:gd name="adj" fmla="val 16667"/>
            </a:avLst>
          </a:prstGeom>
          <a:gradFill rotWithShape="true">
            <a:gsLst>
              <a:gs pos="0">
                <a:srgbClr val="A8B7DF"/>
              </a:gs>
              <a:gs pos="50000">
                <a:srgbClr val="9AABD9"/>
              </a:gs>
              <a:gs pos="100000">
                <a:srgbClr val="879ED7"/>
              </a:gs>
            </a:gsLst>
            <a:lin ang="5400000" scaled="false"/>
          </a:gradFill>
          <a:ln w="6350">
            <a:solidFill>
              <a:schemeClr val="accent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800" b="true">
                <a:solidFill>
                  <a:srgbClr val="000000"/>
                </a:solidFill>
                <a:latin typeface="仿宋"/>
                <a:ea typeface="仿宋"/>
              </a:rPr>
              <a:t>0000000000000000e067a478024addfecdc93628978aa52d91fabd4292982a50</a:t>
            </a:r>
            <a:endParaRPr lang="en-US" sz="800" b="true">
              <a:solidFill>
                <a:srgbClr val="000000"/>
              </a:solidFill>
              <a:latin typeface="仿宋"/>
              <a:ea typeface="仿宋"/>
            </a:endParaRPr>
          </a:p>
        </p:txBody>
      </p:sp>
      <p:sp>
        <p:nvSpPr>
          <p:cNvPr id="177" name="文本框 4"/>
          <p:cNvSpPr/>
          <p:nvPr/>
        </p:nvSpPr>
        <p:spPr>
          <a:xfrm>
            <a:off x="36513" y="4227513"/>
            <a:ext cx="3259137" cy="27305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b="true">
                <a:latin typeface="仿宋"/>
                <a:ea typeface="仿宋"/>
              </a:rPr>
              <a:t>比特币286819高度区块哈希值</a:t>
            </a:r>
            <a:r>
              <a:rPr lang="zh-CN" sz="1200">
                <a:latin typeface="仿宋"/>
                <a:ea typeface="仿宋"/>
              </a:rPr>
              <a:t>：</a:t>
            </a:r>
            <a:endParaRPr lang="zh-CN" sz="1200">
              <a:latin typeface="仿宋"/>
              <a:ea typeface="仿宋"/>
            </a:endParaRPr>
          </a:p>
        </p:txBody>
      </p:sp>
    </p:spTree>
  </p:cSld>
  <p:clrMapOvr>
    <a:masterClrMapping/>
  </p:clrMapOvr>
</p:sld>
</file>

<file path=ppt/slides/slide13.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178" name=""/>
        <p:cNvGrpSpPr/>
        <p:nvPr/>
      </p:nvGrpSpPr>
      <p:grpSpPr>
        <a:xfrm>
          <a:off x="0" y="0"/>
          <a:ext cx="0" cy="0"/>
          <a:chOff x="0" y="0"/>
          <a:chExt cx="0" cy="0"/>
        </a:xfrm>
      </p:grpSpPr>
      <p:sp>
        <p:nvSpPr>
          <p:cNvPr id="179"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4F22AEF4-5D00-4CC2-A227-9CEC0D0EB784}" type="slidenum">
              <a:rPr lang="en-US" sz="900">
                <a:solidFill>
                  <a:srgbClr val="898989"/>
                </a:solidFill>
                <a:ea typeface="黑体"/>
              </a:rPr>
              <a:t>13</a:t>
            </a:fld>
            <a:endParaRPr lang="en-US" sz="900">
              <a:solidFill>
                <a:srgbClr val="898989"/>
              </a:solidFill>
              <a:ea typeface="黑体"/>
            </a:endParaRPr>
          </a:p>
        </p:txBody>
      </p:sp>
      <p:sp>
        <p:nvSpPr>
          <p:cNvPr id="180"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区块</a:t>
            </a:r>
            <a:r>
              <a:rPr lang="en-US" sz="3000">
                <a:solidFill>
                  <a:srgbClr val="0070C0"/>
                </a:solidFill>
                <a:latin typeface="微软雅黑"/>
                <a:ea typeface="等线 Light"/>
              </a:rPr>
              <a:t>分叉</a:t>
            </a:r>
            <a:r>
              <a:rPr lang="en-US" sz="3000">
                <a:solidFill>
                  <a:srgbClr val="0070C0"/>
                </a:solidFill>
                <a:latin typeface="微软雅黑"/>
                <a:ea typeface="等线 Light"/>
              </a:rPr>
              <a:t>——</a:t>
            </a:r>
            <a:r>
              <a:rPr lang="zh-CN" sz="3000">
                <a:solidFill>
                  <a:srgbClr val="0070C0"/>
                </a:solidFill>
                <a:latin typeface="微软雅黑"/>
                <a:ea typeface="等线 Light"/>
              </a:rPr>
              <a:t>竞争主链</a:t>
            </a:r>
            <a:endParaRPr lang="zh-CN" sz="3000">
              <a:solidFill>
                <a:srgbClr val="0070C0"/>
              </a:solidFill>
              <a:latin typeface="微软雅黑"/>
              <a:ea typeface="等线 Light"/>
            </a:endParaRPr>
          </a:p>
        </p:txBody>
      </p:sp>
      <p:pic>
        <p:nvPicPr>
          <p:cNvPr id="181" name="图片 3"/>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0" y="1419225"/>
            <a:ext cx="6192838" cy="2659063"/>
          </a:xfrm>
          <a:prstGeom prst="rect"/>
          <a:noFill/>
          <a:ln>
            <a:noFill/>
            <a:miter lim="800000"/>
          </a:ln>
        </p:spPr>
      </p:pic>
      <p:sp>
        <p:nvSpPr>
          <p:cNvPr id="182" name="文本框 4"/>
          <p:cNvSpPr/>
          <p:nvPr/>
        </p:nvSpPr>
        <p:spPr>
          <a:xfrm>
            <a:off x="395288" y="700088"/>
            <a:ext cx="4756150" cy="693737"/>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342900">
              <a:spcBef>
                <a:spcPct val="20000"/>
              </a:spcBef>
              <a:buSzPct val="80000"/>
            </a:pPr>
            <a:r>
              <a:rPr lang="zh-CN">
                <a:latin typeface="仿宋"/>
                <a:ea typeface="仿宋"/>
              </a:rPr>
              <a:t>同时收到多个符合幸运数的新区块</a:t>
            </a:r>
            <a:endParaRPr lang="zh-CN">
              <a:latin typeface="仿宋"/>
              <a:ea typeface="仿宋"/>
            </a:endParaRPr>
          </a:p>
          <a:p>
            <a:pPr marL="0" lvl="0" indent="-342900">
              <a:spcBef>
                <a:spcPct val="20000"/>
              </a:spcBef>
              <a:buSzPct val="80000"/>
            </a:pPr>
            <a:r>
              <a:rPr lang="zh-CN">
                <a:latin typeface="仿宋"/>
                <a:ea typeface="仿宋"/>
              </a:rPr>
              <a:t>仅承认累积难度最高的链条为“最终”的账本</a:t>
            </a:r>
            <a:endParaRPr lang="zh-CN">
              <a:ea typeface="黑体"/>
            </a:endParaRPr>
          </a:p>
        </p:txBody>
      </p:sp>
      <p:sp>
        <p:nvSpPr>
          <p:cNvPr id="183" name="文本框 4"/>
          <p:cNvSpPr/>
          <p:nvPr/>
        </p:nvSpPr>
        <p:spPr>
          <a:xfrm>
            <a:off x="5651500" y="1708150"/>
            <a:ext cx="3181350" cy="240823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Char char="Ø"/>
            </a:pPr>
            <a:r>
              <a:rPr lang="zh-CN" sz="1400">
                <a:ea typeface="黑体"/>
              </a:rPr>
              <a:t>出现更长链后，选择落后链计算区块，很有可能不被网络承认，浪费算力</a:t>
            </a:r>
            <a:endParaRPr lang="zh-CN" sz="1400">
              <a:ea typeface="黑体"/>
            </a:endParaRPr>
          </a:p>
          <a:p>
            <a:pPr marL="285750" lvl="0" indent="-285750">
              <a:buChar char="Ø"/>
            </a:pPr>
            <a:endParaRPr lang="zh-CN" sz="1200">
              <a:ea typeface="黑体"/>
            </a:endParaRPr>
          </a:p>
          <a:p>
            <a:pPr marL="285750" lvl="0" indent="-285750">
              <a:buChar char="Ø"/>
            </a:pPr>
            <a:r>
              <a:rPr lang="zh-CN" sz="1400">
                <a:ea typeface="黑体"/>
              </a:rPr>
              <a:t>要等待数个区块的确认时间，保证交易区块处在最高的链条上</a:t>
            </a:r>
            <a:endParaRPr lang="zh-CN" sz="1400">
              <a:ea typeface="黑体"/>
            </a:endParaRPr>
          </a:p>
          <a:p>
            <a:pPr marL="285750" lvl="0" indent="-285750">
              <a:buChar char="Ø"/>
            </a:pPr>
            <a:endParaRPr lang="zh-CN" sz="1400">
              <a:ea typeface="黑体"/>
            </a:endParaRPr>
          </a:p>
          <a:p>
            <a:pPr marL="285750" lvl="0" indent="-285750">
              <a:buChar char="Ø"/>
            </a:pPr>
            <a:r>
              <a:rPr lang="zh-CN" sz="1400">
                <a:ea typeface="黑体"/>
              </a:rPr>
              <a:t>若分叉太多，算力浪费，主链上总算力下降，容易造成双花攻击</a:t>
            </a:r>
            <a:endParaRPr lang="zh-CN" sz="1400">
              <a:ea typeface="黑体"/>
            </a:endParaRPr>
          </a:p>
          <a:p>
            <a:pPr marL="285750" lvl="0" indent="-285750">
              <a:buChar char="Ø"/>
            </a:pPr>
            <a:endParaRPr lang="zh-CN" sz="1400">
              <a:ea typeface="黑体"/>
            </a:endParaRPr>
          </a:p>
          <a:p>
            <a:pPr marL="285750" lvl="0" indent="-285750">
              <a:buChar char="Ø"/>
            </a:pPr>
            <a:endParaRPr lang="zh-CN" sz="1400">
              <a:ea typeface="黑体"/>
            </a:endParaRPr>
          </a:p>
        </p:txBody>
      </p:sp>
      <p:sp>
        <p:nvSpPr>
          <p:cNvPr id="184" name="文本框 5"/>
          <p:cNvSpPr/>
          <p:nvPr/>
        </p:nvSpPr>
        <p:spPr>
          <a:xfrm>
            <a:off x="468313" y="4156075"/>
            <a:ext cx="4505325" cy="2444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仿宋"/>
                <a:ea typeface="仿宋"/>
              </a:rPr>
              <a:t>高度3区块基于某一个高度2区块挖掘，另一个高度2区块被放弃</a:t>
            </a:r>
            <a:endParaRPr lang="zh-CN" sz="1000">
              <a:latin typeface="仿宋"/>
              <a:ea typeface="仿宋"/>
            </a:endParaRPr>
          </a:p>
        </p:txBody>
      </p:sp>
    </p:spTree>
  </p:cSld>
  <p:clrMapOvr>
    <a:masterClrMapping/>
  </p:clrMapOvr>
</p:sld>
</file>

<file path=ppt/slides/slide14.xml><?xml version="1.0" encoding="utf-8"?>
<p:sld xmlns:a="http://schemas.openxmlformats.org/drawingml/2006/main" xmlns:p="http://schemas.openxmlformats.org/presentationml/2006/main">
  <p:cSld>
    <p:spTree>
      <p:nvGrpSpPr>
        <p:cNvPr id="185" name=""/>
        <p:cNvGrpSpPr/>
        <p:nvPr/>
      </p:nvGrpSpPr>
      <p:grpSpPr>
        <a:xfrm>
          <a:off x="0" y="0"/>
          <a:ext cx="0" cy="0"/>
          <a:chOff x="0" y="0"/>
          <a:chExt cx="0" cy="0"/>
        </a:xfrm>
      </p:grpSpPr>
      <p:sp>
        <p:nvSpPr>
          <p:cNvPr id="186"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D28099C6-2DDA-4071-8FD0-61D699EDB76D}" type="slidenum">
              <a:rPr lang="en-US" sz="900">
                <a:solidFill>
                  <a:srgbClr val="898989"/>
                </a:solidFill>
                <a:ea typeface="黑体"/>
              </a:rPr>
              <a:t>14</a:t>
            </a:fld>
            <a:endParaRPr lang="en-US" sz="900">
              <a:solidFill>
                <a:srgbClr val="898989"/>
              </a:solidFill>
              <a:ea typeface="黑体"/>
            </a:endParaRPr>
          </a:p>
        </p:txBody>
      </p:sp>
      <p:sp>
        <p:nvSpPr>
          <p:cNvPr id="187"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共识机制--算法演进</a:t>
            </a:r>
            <a:endParaRPr lang="zh-CN" sz="3000">
              <a:ea typeface="等线 Light"/>
            </a:endParaRPr>
          </a:p>
        </p:txBody>
      </p:sp>
      <p:sp>
        <p:nvSpPr>
          <p:cNvPr id="188" name="圆角矩形 10"/>
          <p:cNvSpPr/>
          <p:nvPr/>
        </p:nvSpPr>
        <p:spPr>
          <a:xfrm>
            <a:off x="4787900" y="987425"/>
            <a:ext cx="3941763" cy="1862138"/>
          </a:xfrm>
          <a:prstGeom prst="roundRect">
            <a:avLst>
              <a:gd name="adj" fmla="val 5742"/>
            </a:avLst>
          </a:prstGeom>
          <a:solidFill>
            <a:srgbClr val="0B5677"/>
          </a:solidFill>
          <a:ln w="25400" cap="flat" cmpd="sng">
            <a:noFill/>
            <a:prstDash val="solid"/>
          </a:ln>
        </p:spPr>
        <p:txBody>
          <a:bodyPr anchor="ctr"/>
          <a:p>
            <a:pPr marL="0" lvl="0" indent="0" algn="ctr" defTabSz="914400">
              <a:lnSpc>
                <a:spcPct val="100000"/>
              </a:lnSpc>
              <a:spcBef>
                <a:spcPct val="1"/>
              </a:spcBef>
              <a:spcAft>
                <a:spcPct val="1"/>
              </a:spcAft>
              <a:buClrTx/>
              <a:buSzTx/>
              <a:buFontTx/>
              <a:buNone/>
            </a:pPr>
            <a:endParaRPr lang="zh-CN" sz="1800" b="false" i="false" u="none" strike="noStrike" kern="0" spc="0" baseline="0">
              <a:ln>
                <a:noFill/>
              </a:ln>
              <a:solidFill>
                <a:srgbClr val="FFFFFF"/>
              </a:solidFill>
              <a:latin typeface="Calibri"/>
              <a:ea typeface="宋体"/>
            </a:endParaRPr>
          </a:p>
        </p:txBody>
      </p:sp>
      <p:sp>
        <p:nvSpPr>
          <p:cNvPr id="189" name="文本框 31"/>
          <p:cNvSpPr/>
          <p:nvPr/>
        </p:nvSpPr>
        <p:spPr>
          <a:xfrm>
            <a:off x="5046663" y="1122363"/>
            <a:ext cx="3271837" cy="46196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400" b="true">
                <a:solidFill>
                  <a:srgbClr val="FFFFFF"/>
                </a:solidFill>
                <a:latin typeface="微软雅黑"/>
                <a:ea typeface="微软雅黑"/>
              </a:rPr>
              <a:t>记账前保持一致</a:t>
            </a:r>
            <a:endParaRPr lang="zh-CN" sz="2400" b="true">
              <a:solidFill>
                <a:srgbClr val="FFFFFF"/>
              </a:solidFill>
              <a:latin typeface="微软雅黑"/>
              <a:ea typeface="微软雅黑"/>
            </a:endParaRPr>
          </a:p>
        </p:txBody>
      </p:sp>
      <p:sp>
        <p:nvSpPr>
          <p:cNvPr id="190" name="文本框 32"/>
          <p:cNvSpPr/>
          <p:nvPr/>
        </p:nvSpPr>
        <p:spPr>
          <a:xfrm>
            <a:off x="5041900" y="1728788"/>
            <a:ext cx="3573463" cy="4572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Char char="•"/>
            </a:pPr>
            <a:r>
              <a:rPr lang="zh-CN" sz="1200">
                <a:solidFill>
                  <a:srgbClr val="FFFFFF"/>
                </a:solidFill>
                <a:latin typeface="仿宋"/>
                <a:ea typeface="仿宋"/>
              </a:rPr>
              <a:t>记账前确保一致，记账完成即交易完成</a:t>
            </a:r>
            <a:endParaRPr lang="zh-CN" sz="1200">
              <a:solidFill>
                <a:srgbClr val="FFFFFF"/>
              </a:solidFill>
              <a:latin typeface="仿宋"/>
              <a:ea typeface="仿宋"/>
            </a:endParaRPr>
          </a:p>
          <a:p>
            <a:pPr marL="285750" lvl="0" indent="-285750">
              <a:buChar char="•"/>
            </a:pPr>
            <a:r>
              <a:rPr lang="zh-CN" sz="1200">
                <a:solidFill>
                  <a:srgbClr val="FFFFFF"/>
                </a:solidFill>
                <a:latin typeface="仿宋"/>
                <a:ea typeface="仿宋"/>
              </a:rPr>
              <a:t>不存在分叉</a:t>
            </a:r>
            <a:endParaRPr lang="zh-CN" sz="1200">
              <a:solidFill>
                <a:srgbClr val="FFFFFF"/>
              </a:solidFill>
              <a:latin typeface="仿宋"/>
              <a:ea typeface="仿宋"/>
            </a:endParaRPr>
          </a:p>
        </p:txBody>
      </p:sp>
      <p:sp>
        <p:nvSpPr>
          <p:cNvPr id="191" name="圆角矩形 17"/>
          <p:cNvSpPr/>
          <p:nvPr/>
        </p:nvSpPr>
        <p:spPr>
          <a:xfrm>
            <a:off x="323850" y="987425"/>
            <a:ext cx="3524250" cy="1876425"/>
          </a:xfrm>
          <a:prstGeom prst="roundRect">
            <a:avLst>
              <a:gd name="adj" fmla="val 5742"/>
            </a:avLst>
          </a:prstGeom>
          <a:solidFill>
            <a:srgbClr val="0B5677"/>
          </a:solidFill>
          <a:ln w="25400" cap="flat" cmpd="sng">
            <a:noFill/>
            <a:prstDash val="solid"/>
          </a:ln>
        </p:spPr>
        <p:txBody>
          <a:bodyPr anchor="ctr"/>
          <a:p>
            <a:pPr marL="0" lvl="0" indent="0" algn="ctr" defTabSz="914400">
              <a:lnSpc>
                <a:spcPct val="100000"/>
              </a:lnSpc>
              <a:spcBef>
                <a:spcPct val="1"/>
              </a:spcBef>
              <a:spcAft>
                <a:spcPct val="1"/>
              </a:spcAft>
              <a:buClrTx/>
              <a:buSzTx/>
              <a:buFontTx/>
              <a:buNone/>
            </a:pPr>
            <a:endParaRPr lang="zh-CN" sz="1800" b="false" i="false" u="none" strike="noStrike" kern="0" spc="0" baseline="0">
              <a:ln>
                <a:noFill/>
              </a:ln>
              <a:solidFill>
                <a:srgbClr val="FFFFFF"/>
              </a:solidFill>
              <a:latin typeface="Calibri"/>
              <a:ea typeface="宋体"/>
            </a:endParaRPr>
          </a:p>
        </p:txBody>
      </p:sp>
      <p:sp>
        <p:nvSpPr>
          <p:cNvPr id="192" name="文本框 28"/>
          <p:cNvSpPr/>
          <p:nvPr/>
        </p:nvSpPr>
        <p:spPr>
          <a:xfrm>
            <a:off x="598488" y="1106488"/>
            <a:ext cx="2886075" cy="4826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400" b="true">
                <a:solidFill>
                  <a:srgbClr val="FFFFFF"/>
                </a:solidFill>
                <a:latin typeface="微软雅黑"/>
                <a:ea typeface="微软雅黑"/>
              </a:rPr>
              <a:t>大概率一致记账</a:t>
            </a:r>
            <a:endParaRPr lang="zh-CN" sz="2400" b="true">
              <a:solidFill>
                <a:srgbClr val="FFFFFF"/>
              </a:solidFill>
              <a:latin typeface="微软雅黑"/>
              <a:ea typeface="微软雅黑"/>
            </a:endParaRPr>
          </a:p>
        </p:txBody>
      </p:sp>
      <p:sp>
        <p:nvSpPr>
          <p:cNvPr id="193" name="文本框 29"/>
          <p:cNvSpPr/>
          <p:nvPr/>
        </p:nvSpPr>
        <p:spPr>
          <a:xfrm>
            <a:off x="536575" y="1743075"/>
            <a:ext cx="3152775" cy="10064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Char char="•"/>
            </a:pPr>
            <a:r>
              <a:rPr lang="zh-CN" sz="1200">
                <a:solidFill>
                  <a:srgbClr val="FFFFFF"/>
                </a:solidFill>
                <a:latin typeface="仿宋"/>
                <a:ea typeface="仿宋"/>
              </a:rPr>
              <a:t>大概率一致就先记账，记账完成并不能确认交易完成</a:t>
            </a:r>
            <a:endParaRPr lang="zh-CN" sz="1200">
              <a:solidFill>
                <a:srgbClr val="FFFFFF"/>
              </a:solidFill>
              <a:latin typeface="仿宋"/>
              <a:ea typeface="仿宋"/>
            </a:endParaRPr>
          </a:p>
          <a:p>
            <a:pPr marL="285750" lvl="0" indent="-285750">
              <a:buChar char="•"/>
            </a:pPr>
            <a:r>
              <a:rPr lang="zh-CN" sz="1200">
                <a:solidFill>
                  <a:srgbClr val="FFFFFF"/>
                </a:solidFill>
                <a:latin typeface="仿宋"/>
                <a:ea typeface="仿宋"/>
              </a:rPr>
              <a:t>通过概率达到工程上一致性（纯理论上并非完全一致）</a:t>
            </a:r>
            <a:endParaRPr lang="zh-CN" sz="1200">
              <a:solidFill>
                <a:srgbClr val="FFFFFF"/>
              </a:solidFill>
              <a:latin typeface="仿宋"/>
              <a:ea typeface="仿宋"/>
            </a:endParaRPr>
          </a:p>
          <a:p>
            <a:pPr marL="285750" lvl="0" indent="-285750">
              <a:buChar char="•"/>
            </a:pPr>
            <a:r>
              <a:rPr lang="zh-CN" sz="1200">
                <a:solidFill>
                  <a:srgbClr val="FFFFFF"/>
                </a:solidFill>
                <a:latin typeface="仿宋"/>
                <a:ea typeface="仿宋"/>
              </a:rPr>
              <a:t>存在分叉</a:t>
            </a:r>
            <a:endParaRPr lang="zh-CN" sz="1200">
              <a:solidFill>
                <a:srgbClr val="FFFFFF"/>
              </a:solidFill>
              <a:latin typeface="仿宋"/>
              <a:ea typeface="仿宋"/>
            </a:endParaRPr>
          </a:p>
        </p:txBody>
      </p:sp>
      <p:sp>
        <p:nvSpPr>
          <p:cNvPr id="194" name="矩形 21"/>
          <p:cNvSpPr/>
          <p:nvPr/>
        </p:nvSpPr>
        <p:spPr>
          <a:xfrm>
            <a:off x="3708400" y="1924050"/>
            <a:ext cx="1133475" cy="5857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3200" b="true">
                <a:solidFill>
                  <a:srgbClr val="000000"/>
                </a:solidFill>
                <a:latin typeface="Arial"/>
                <a:ea typeface="微软雅黑"/>
              </a:rPr>
              <a:t>VS</a:t>
            </a:r>
            <a:endParaRPr lang="zh-CN" sz="3200" b="true">
              <a:solidFill>
                <a:srgbClr val="000000"/>
              </a:solidFill>
              <a:latin typeface="Arial"/>
              <a:ea typeface="微软雅黑"/>
            </a:endParaRPr>
          </a:p>
        </p:txBody>
      </p:sp>
      <p:sp>
        <p:nvSpPr>
          <p:cNvPr id="195" name="矩形 21"/>
          <p:cNvSpPr/>
          <p:nvPr/>
        </p:nvSpPr>
        <p:spPr>
          <a:xfrm>
            <a:off x="323850" y="627063"/>
            <a:ext cx="3524250" cy="3968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2000" b="true">
                <a:solidFill>
                  <a:srgbClr val="00B0F0"/>
                </a:solidFill>
                <a:latin typeface="Arial"/>
                <a:ea typeface="微软雅黑"/>
              </a:rPr>
              <a:t>POW / POS / DPOS</a:t>
            </a:r>
            <a:endParaRPr lang="zh-CN" sz="2000" b="true">
              <a:solidFill>
                <a:srgbClr val="00B0F0"/>
              </a:solidFill>
              <a:latin typeface="Arial"/>
              <a:ea typeface="微软雅黑"/>
            </a:endParaRPr>
          </a:p>
        </p:txBody>
      </p:sp>
      <p:sp>
        <p:nvSpPr>
          <p:cNvPr id="196" name="矩形 21"/>
          <p:cNvSpPr/>
          <p:nvPr/>
        </p:nvSpPr>
        <p:spPr>
          <a:xfrm>
            <a:off x="4716463" y="627063"/>
            <a:ext cx="3994150" cy="3968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2000" b="true">
                <a:solidFill>
                  <a:srgbClr val="00B0F0"/>
                </a:solidFill>
                <a:latin typeface="Arial"/>
                <a:ea typeface="微软雅黑"/>
              </a:rPr>
              <a:t>PBFT / BFT- RAFT </a:t>
            </a:r>
            <a:endParaRPr lang="zh-CN" sz="2000" b="true">
              <a:solidFill>
                <a:srgbClr val="00B0F0"/>
              </a:solidFill>
              <a:latin typeface="Arial"/>
              <a:ea typeface="微软雅黑"/>
            </a:endParaRPr>
          </a:p>
        </p:txBody>
      </p:sp>
      <p:cxnSp>
        <p:nvCxnSpPr>
          <p:cNvPr id="197" name="直接连接符 13"/>
          <p:cNvCxnSpPr/>
          <p:nvPr/>
        </p:nvCxnSpPr>
        <p:spPr>
          <a:xfrm>
            <a:off x="1063625" y="1568450"/>
            <a:ext cx="2090738" cy="0"/>
          </a:xfrm>
          <a:prstGeom prst="line"/>
          <a:noFill/>
          <a:ln w="19050">
            <a:solidFill>
              <a:srgbClr val="415065"/>
            </a:solidFill>
            <a:miter lim="800000"/>
          </a:ln>
        </p:spPr>
      </p:cxnSp>
      <p:cxnSp>
        <p:nvCxnSpPr>
          <p:cNvPr id="198" name="直接连接符 14"/>
          <p:cNvCxnSpPr/>
          <p:nvPr/>
        </p:nvCxnSpPr>
        <p:spPr>
          <a:xfrm>
            <a:off x="5484813" y="1584325"/>
            <a:ext cx="2395537" cy="0"/>
          </a:xfrm>
          <a:prstGeom prst="line"/>
          <a:noFill/>
          <a:ln w="19050">
            <a:solidFill>
              <a:srgbClr val="415065"/>
            </a:solidFill>
            <a:miter lim="800000"/>
          </a:ln>
        </p:spPr>
      </p:cxnSp>
      <p:sp>
        <p:nvSpPr>
          <p:cNvPr id="199" name="圆角矩形标注 15"/>
          <p:cNvSpPr/>
          <p:nvPr/>
        </p:nvSpPr>
        <p:spPr>
          <a:xfrm>
            <a:off x="250825" y="3003550"/>
            <a:ext cx="4191000" cy="949325"/>
          </a:xfrm>
          <a:prstGeom prst="wedgeRoundRectCallout">
            <a:avLst>
              <a:gd name="adj1" fmla="val 10185"/>
              <a:gd name="adj2" fmla="val -84528"/>
              <a:gd name="adj3" fmla="val 16667"/>
            </a:avLst>
          </a:prstGeom>
          <a:noFill/>
          <a:ln w="12700">
            <a:solidFill>
              <a:srgbClr val="3366FF"/>
            </a:solidFill>
            <a:round/>
          </a:ln>
        </p:spPr>
        <p:txBody>
          <a:bodyPr lIns="182880" tIns="137160" rIns="137160" bIns="13716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600"/>
              </a:spcBef>
            </a:pPr>
            <a:endParaRPr lang="zh-CN" sz="2000" b="true">
              <a:solidFill>
                <a:schemeClr val="tx2"/>
              </a:solidFill>
              <a:latin typeface="微软雅黑"/>
              <a:ea typeface="微软雅黑"/>
            </a:endParaRPr>
          </a:p>
        </p:txBody>
      </p:sp>
      <p:sp>
        <p:nvSpPr>
          <p:cNvPr id="200" name="TextBox 2"/>
          <p:cNvSpPr/>
          <p:nvPr/>
        </p:nvSpPr>
        <p:spPr>
          <a:xfrm>
            <a:off x="539750" y="3076575"/>
            <a:ext cx="3887788" cy="8397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600">
                <a:latin typeface="微软雅黑"/>
                <a:ea typeface="微软雅黑"/>
              </a:rPr>
              <a:t>问题：每种算法都有很多问题</a:t>
            </a:r>
            <a:endParaRPr lang="zh-CN" sz="1600">
              <a:latin typeface="微软雅黑"/>
              <a:ea typeface="微软雅黑"/>
            </a:endParaRPr>
          </a:p>
          <a:p>
            <a:pPr marL="0" lvl="0" indent="0"/>
            <a:r>
              <a:rPr lang="zh-CN" sz="1600">
                <a:latin typeface="微软雅黑"/>
                <a:ea typeface="微软雅黑"/>
              </a:rPr>
              <a:t>演进：特定场景特定算法，多种共识机制，分阶段共识</a:t>
            </a:r>
            <a:r>
              <a:rPr lang="en-US" sz="1600">
                <a:latin typeface="微软雅黑"/>
                <a:ea typeface="微软雅黑"/>
              </a:rPr>
              <a:t>…</a:t>
            </a:r>
            <a:endParaRPr lang="en-US" sz="1600">
              <a:latin typeface="微软雅黑"/>
              <a:ea typeface="微软雅黑"/>
            </a:endParaRPr>
          </a:p>
        </p:txBody>
      </p:sp>
      <p:sp>
        <p:nvSpPr>
          <p:cNvPr id="201" name="文本框 17"/>
          <p:cNvSpPr/>
          <p:nvPr/>
        </p:nvSpPr>
        <p:spPr>
          <a:xfrm>
            <a:off x="323850" y="4083050"/>
            <a:ext cx="4330700" cy="9017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171450" lvl="0" indent="-171450">
              <a:buChar char="Ø"/>
            </a:pPr>
            <a:r>
              <a:rPr lang="en-US" sz="900">
                <a:solidFill>
                  <a:srgbClr val="000000"/>
                </a:solidFill>
                <a:latin typeface="微软雅黑"/>
                <a:ea typeface="微软雅黑"/>
              </a:rPr>
              <a:t>POW</a:t>
            </a:r>
            <a:r>
              <a:rPr lang="en-US" sz="900">
                <a:solidFill>
                  <a:srgbClr val="000000"/>
                </a:solidFill>
                <a:latin typeface="微软雅黑"/>
                <a:ea typeface="微软雅黑"/>
              </a:rPr>
              <a:t>（</a:t>
            </a:r>
            <a:r>
              <a:rPr lang="en-US" sz="900">
                <a:solidFill>
                  <a:srgbClr val="000000"/>
                </a:solidFill>
                <a:latin typeface="微软雅黑"/>
                <a:ea typeface="微软雅黑"/>
              </a:rPr>
              <a:t>Proof of Work</a:t>
            </a:r>
            <a:r>
              <a:rPr lang="en-US" sz="900">
                <a:solidFill>
                  <a:srgbClr val="000000"/>
                </a:solidFill>
                <a:latin typeface="微软雅黑"/>
                <a:ea typeface="微软雅黑"/>
              </a:rPr>
              <a:t>）</a:t>
            </a:r>
            <a:r>
              <a:rPr lang="zh-CN" sz="900">
                <a:solidFill>
                  <a:srgbClr val="000000"/>
                </a:solidFill>
                <a:latin typeface="微软雅黑"/>
                <a:ea typeface="微软雅黑"/>
              </a:rPr>
              <a:t>：工作量证明机制</a:t>
            </a:r>
            <a:endParaRPr lang="zh-CN" sz="1000" b="true">
              <a:solidFill>
                <a:srgbClr val="000000"/>
              </a:solidFill>
              <a:latin typeface="微软雅黑"/>
              <a:ea typeface="微软雅黑"/>
            </a:endParaRPr>
          </a:p>
          <a:p>
            <a:pPr marL="184150" lvl="1" indent="-171450">
              <a:spcBef>
                <a:spcPct val="20000"/>
              </a:spcBef>
              <a:buSzPct val="70000"/>
              <a:buChar char="Ø"/>
            </a:pPr>
            <a:r>
              <a:rPr lang="en-US" sz="900">
                <a:solidFill>
                  <a:srgbClr val="000000"/>
                </a:solidFill>
                <a:latin typeface="微软雅黑"/>
                <a:ea typeface="微软雅黑"/>
              </a:rPr>
              <a:t>POS</a:t>
            </a:r>
            <a:r>
              <a:rPr lang="en-US" sz="900">
                <a:solidFill>
                  <a:srgbClr val="000000"/>
                </a:solidFill>
                <a:latin typeface="微软雅黑"/>
                <a:ea typeface="微软雅黑"/>
              </a:rPr>
              <a:t>（</a:t>
            </a:r>
            <a:r>
              <a:rPr lang="en-US" sz="900">
                <a:solidFill>
                  <a:srgbClr val="000000"/>
                </a:solidFill>
                <a:latin typeface="微软雅黑"/>
                <a:ea typeface="微软雅黑"/>
              </a:rPr>
              <a:t>Proof of stake</a:t>
            </a:r>
            <a:r>
              <a:rPr lang="en-US" sz="900">
                <a:solidFill>
                  <a:srgbClr val="000000"/>
                </a:solidFill>
                <a:latin typeface="微软雅黑"/>
                <a:ea typeface="微软雅黑"/>
              </a:rPr>
              <a:t>）：</a:t>
            </a:r>
            <a:r>
              <a:rPr lang="zh-CN" sz="900">
                <a:solidFill>
                  <a:srgbClr val="000000"/>
                </a:solidFill>
                <a:latin typeface="微软雅黑"/>
                <a:ea typeface="微软雅黑"/>
              </a:rPr>
              <a:t>股权证明机制</a:t>
            </a:r>
            <a:endParaRPr lang="zh-CN" sz="1000">
              <a:solidFill>
                <a:srgbClr val="000000"/>
              </a:solidFill>
              <a:latin typeface="微软雅黑"/>
              <a:ea typeface="微软雅黑"/>
            </a:endParaRPr>
          </a:p>
          <a:p>
            <a:pPr marL="184150" lvl="1" indent="-171450">
              <a:spcBef>
                <a:spcPct val="20000"/>
              </a:spcBef>
              <a:buSzPct val="70000"/>
              <a:buChar char="Ø"/>
            </a:pPr>
            <a:r>
              <a:rPr lang="en-US" sz="900">
                <a:solidFill>
                  <a:srgbClr val="000000"/>
                </a:solidFill>
                <a:latin typeface="微软雅黑"/>
                <a:ea typeface="微软雅黑"/>
              </a:rPr>
              <a:t>DPOS</a:t>
            </a:r>
            <a:r>
              <a:rPr lang="en-US" sz="900">
                <a:solidFill>
                  <a:srgbClr val="000000"/>
                </a:solidFill>
                <a:latin typeface="微软雅黑"/>
                <a:ea typeface="微软雅黑"/>
              </a:rPr>
              <a:t>（</a:t>
            </a:r>
            <a:r>
              <a:rPr lang="en-US" sz="900">
                <a:solidFill>
                  <a:srgbClr val="000000"/>
                </a:solidFill>
                <a:latin typeface="微软雅黑"/>
                <a:ea typeface="微软雅黑"/>
              </a:rPr>
              <a:t>Delegated Proof of stake</a:t>
            </a:r>
            <a:r>
              <a:rPr lang="en-US" sz="900">
                <a:solidFill>
                  <a:srgbClr val="000000"/>
                </a:solidFill>
                <a:latin typeface="微软雅黑"/>
                <a:ea typeface="微软雅黑"/>
              </a:rPr>
              <a:t>）：</a:t>
            </a:r>
            <a:r>
              <a:rPr lang="zh-CN" sz="900">
                <a:solidFill>
                  <a:srgbClr val="000000"/>
                </a:solidFill>
                <a:latin typeface="微软雅黑"/>
                <a:ea typeface="微软雅黑"/>
              </a:rPr>
              <a:t>授权股权证明机制</a:t>
            </a:r>
            <a:endParaRPr lang="zh-CN" sz="1000">
              <a:solidFill>
                <a:srgbClr val="000000"/>
              </a:solidFill>
              <a:latin typeface="微软雅黑"/>
              <a:ea typeface="微软雅黑"/>
            </a:endParaRPr>
          </a:p>
          <a:p>
            <a:pPr marL="184150" lvl="1" indent="-171450">
              <a:spcBef>
                <a:spcPct val="20000"/>
              </a:spcBef>
              <a:buSzPct val="70000"/>
              <a:buChar char="Ø"/>
            </a:pPr>
            <a:r>
              <a:rPr lang="en-US" sz="900">
                <a:solidFill>
                  <a:srgbClr val="000000"/>
                </a:solidFill>
                <a:latin typeface="微软雅黑"/>
                <a:ea typeface="微软雅黑"/>
              </a:rPr>
              <a:t>PBFT、</a:t>
            </a:r>
            <a:r>
              <a:rPr lang="en-US" sz="900">
                <a:solidFill>
                  <a:srgbClr val="000000"/>
                </a:solidFill>
                <a:latin typeface="微软雅黑"/>
                <a:ea typeface="微软雅黑"/>
              </a:rPr>
              <a:t>BFT-RAFT</a:t>
            </a:r>
            <a:r>
              <a:rPr lang="en-US" sz="900">
                <a:solidFill>
                  <a:srgbClr val="000000"/>
                </a:solidFill>
                <a:latin typeface="微软雅黑"/>
                <a:ea typeface="微软雅黑"/>
              </a:rPr>
              <a:t>：</a:t>
            </a:r>
            <a:r>
              <a:rPr lang="zh-CN" sz="1000">
                <a:solidFill>
                  <a:srgbClr val="000000"/>
                </a:solidFill>
                <a:latin typeface="微软雅黑"/>
                <a:ea typeface="微软雅黑"/>
              </a:rPr>
              <a:t>拜占庭容错共识算法</a:t>
            </a:r>
            <a:endParaRPr lang="zh-CN" sz="1000">
              <a:solidFill>
                <a:srgbClr val="000000"/>
              </a:solidFill>
              <a:latin typeface="微软雅黑"/>
              <a:ea typeface="微软雅黑"/>
            </a:endParaRPr>
          </a:p>
          <a:p>
            <a:pPr marL="171450" lvl="0" indent="-171450">
              <a:buChar char="Ø"/>
            </a:pPr>
            <a:endParaRPr lang="zh-CN" sz="1000">
              <a:solidFill>
                <a:srgbClr val="000000"/>
              </a:solidFill>
              <a:latin typeface="微软雅黑"/>
              <a:ea typeface="微软雅黑"/>
            </a:endParaRPr>
          </a:p>
        </p:txBody>
      </p:sp>
      <p:sp>
        <p:nvSpPr>
          <p:cNvPr id="202" name="等腰三角形 18"/>
          <p:cNvSpPr/>
          <p:nvPr/>
        </p:nvSpPr>
        <p:spPr>
          <a:xfrm>
            <a:off x="6084888" y="3148013"/>
            <a:ext cx="2163762" cy="1625600"/>
          </a:xfrm>
          <a:prstGeom prst="triangle">
            <a:avLst>
              <a:gd name="adj" fmla="val 50000"/>
            </a:avLst>
          </a:prstGeom>
          <a:solidFill>
            <a:srgbClr val="CCECFF"/>
          </a:solidFill>
          <a:ln w="19050">
            <a:solidFill>
              <a:srgbClr val="404040"/>
            </a:solidFill>
            <a:round/>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sz="1600">
              <a:latin typeface="微软雅黑"/>
              <a:ea typeface="微软雅黑"/>
            </a:endParaRPr>
          </a:p>
        </p:txBody>
      </p:sp>
      <p:sp>
        <p:nvSpPr>
          <p:cNvPr id="203" name="文本框 19"/>
          <p:cNvSpPr/>
          <p:nvPr/>
        </p:nvSpPr>
        <p:spPr>
          <a:xfrm>
            <a:off x="6443663" y="2859088"/>
            <a:ext cx="1385887" cy="38576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微软雅黑"/>
                <a:ea typeface="微软雅黑"/>
              </a:rPr>
              <a:t>高效节能</a:t>
            </a:r>
            <a:endParaRPr lang="zh-CN">
              <a:latin typeface="微软雅黑"/>
              <a:ea typeface="微软雅黑"/>
            </a:endParaRPr>
          </a:p>
        </p:txBody>
      </p:sp>
      <p:sp>
        <p:nvSpPr>
          <p:cNvPr id="204" name="文本框 20"/>
          <p:cNvSpPr/>
          <p:nvPr/>
        </p:nvSpPr>
        <p:spPr>
          <a:xfrm>
            <a:off x="5219700" y="4659313"/>
            <a:ext cx="1384300" cy="36671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微软雅黑"/>
                <a:ea typeface="微软雅黑"/>
              </a:rPr>
              <a:t>去中心化</a:t>
            </a:r>
            <a:endParaRPr lang="zh-CN">
              <a:latin typeface="微软雅黑"/>
              <a:ea typeface="微软雅黑"/>
            </a:endParaRPr>
          </a:p>
        </p:txBody>
      </p:sp>
      <p:sp>
        <p:nvSpPr>
          <p:cNvPr id="205" name="文本框 21"/>
          <p:cNvSpPr/>
          <p:nvPr/>
        </p:nvSpPr>
        <p:spPr>
          <a:xfrm>
            <a:off x="7812088" y="4660900"/>
            <a:ext cx="1385887" cy="365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微软雅黑"/>
                <a:ea typeface="微软雅黑"/>
              </a:rPr>
              <a:t>安全</a:t>
            </a:r>
            <a:endParaRPr lang="zh-CN">
              <a:latin typeface="微软雅黑"/>
              <a:ea typeface="微软雅黑"/>
            </a:endParaRPr>
          </a:p>
        </p:txBody>
      </p:sp>
      <p:sp>
        <p:nvSpPr>
          <p:cNvPr id="206" name="椭圆 22"/>
          <p:cNvSpPr/>
          <p:nvPr/>
        </p:nvSpPr>
        <p:spPr>
          <a:xfrm>
            <a:off x="6804025" y="4587875"/>
            <a:ext cx="803275" cy="371475"/>
          </a:xfrm>
          <a:prstGeom prst="ellipse"/>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000">
                <a:latin typeface="微软雅黑"/>
                <a:ea typeface="微软雅黑"/>
              </a:rPr>
              <a:t>POW</a:t>
            </a:r>
            <a:endParaRPr lang="en-US" sz="1000">
              <a:latin typeface="微软雅黑"/>
              <a:ea typeface="微软雅黑"/>
            </a:endParaRPr>
          </a:p>
        </p:txBody>
      </p:sp>
      <p:sp>
        <p:nvSpPr>
          <p:cNvPr id="207" name="椭圆 23"/>
          <p:cNvSpPr/>
          <p:nvPr/>
        </p:nvSpPr>
        <p:spPr>
          <a:xfrm>
            <a:off x="6156325" y="3795713"/>
            <a:ext cx="1000125" cy="371475"/>
          </a:xfrm>
          <a:prstGeom prst="ellipse"/>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微软雅黑"/>
                <a:ea typeface="微软雅黑"/>
              </a:rPr>
              <a:t>多链机制</a:t>
            </a:r>
            <a:endParaRPr lang="zh-CN" sz="1000">
              <a:latin typeface="微软雅黑"/>
              <a:ea typeface="微软雅黑"/>
            </a:endParaRPr>
          </a:p>
        </p:txBody>
      </p:sp>
      <p:sp>
        <p:nvSpPr>
          <p:cNvPr id="208" name="椭圆 24"/>
          <p:cNvSpPr/>
          <p:nvPr/>
        </p:nvSpPr>
        <p:spPr>
          <a:xfrm>
            <a:off x="7380288" y="3795713"/>
            <a:ext cx="803275" cy="371475"/>
          </a:xfrm>
          <a:prstGeom prst="ellipse"/>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000">
                <a:latin typeface="微软雅黑"/>
                <a:ea typeface="微软雅黑"/>
              </a:rPr>
              <a:t>POS</a:t>
            </a:r>
            <a:endParaRPr lang="en-US" sz="1000">
              <a:latin typeface="微软雅黑"/>
              <a:ea typeface="微软雅黑"/>
            </a:endParaRPr>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209" name=""/>
        <p:cNvGrpSpPr/>
        <p:nvPr/>
      </p:nvGrpSpPr>
      <p:grpSpPr>
        <a:xfrm>
          <a:off x="0" y="0"/>
          <a:ext cx="0" cy="0"/>
          <a:chOff x="0" y="0"/>
          <a:chExt cx="0" cy="0"/>
        </a:xfrm>
      </p:grpSpPr>
      <p:sp>
        <p:nvSpPr>
          <p:cNvPr id="210" name="椭圆 21"/>
          <p:cNvSpPr/>
          <p:nvPr/>
        </p:nvSpPr>
        <p:spPr>
          <a:xfrm>
            <a:off x="2633663" y="2894013"/>
            <a:ext cx="3844925" cy="3865562"/>
          </a:xfrm>
          <a:prstGeom prst="ellipse"/>
          <a:noFill/>
          <a:ln w="25400">
            <a:solidFill>
              <a:srgbClr val="2492E5"/>
            </a:solid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endParaRPr lang="en-US" sz="3300" b="true">
              <a:solidFill>
                <a:schemeClr val="bg1"/>
              </a:solidFill>
              <a:latin typeface="腾讯体 W7"/>
              <a:ea typeface="腾讯体 W7"/>
            </a:endParaRPr>
          </a:p>
        </p:txBody>
      </p:sp>
      <p:sp>
        <p:nvSpPr>
          <p:cNvPr id="211" name="椭圆 2"/>
          <p:cNvSpPr>
            <a:spLocks noChangeAspect="true"/>
          </p:cNvSpPr>
          <p:nvPr/>
        </p:nvSpPr>
        <p:spPr>
          <a:xfrm>
            <a:off x="2430463" y="4156075"/>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1</a:t>
            </a:r>
            <a:endParaRPr lang="en-US" sz="1800" b="true">
              <a:solidFill>
                <a:schemeClr val="bg1"/>
              </a:solidFill>
              <a:latin typeface="微软雅黑"/>
              <a:ea typeface="微软雅黑"/>
            </a:endParaRPr>
          </a:p>
        </p:txBody>
      </p:sp>
      <p:sp>
        <p:nvSpPr>
          <p:cNvPr id="212" name="椭圆 3"/>
          <p:cNvSpPr>
            <a:spLocks noChangeAspect="true"/>
          </p:cNvSpPr>
          <p:nvPr/>
        </p:nvSpPr>
        <p:spPr>
          <a:xfrm>
            <a:off x="2900363" y="3187700"/>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2</a:t>
            </a:r>
            <a:endParaRPr lang="en-US" sz="1800" b="true">
              <a:solidFill>
                <a:schemeClr val="bg1"/>
              </a:solidFill>
              <a:latin typeface="微软雅黑"/>
              <a:ea typeface="微软雅黑"/>
            </a:endParaRPr>
          </a:p>
        </p:txBody>
      </p:sp>
      <p:sp>
        <p:nvSpPr>
          <p:cNvPr id="213" name="椭圆 4"/>
          <p:cNvSpPr>
            <a:spLocks noChangeAspect="true"/>
          </p:cNvSpPr>
          <p:nvPr/>
        </p:nvSpPr>
        <p:spPr>
          <a:xfrm>
            <a:off x="4287838" y="2655888"/>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3</a:t>
            </a:r>
            <a:endParaRPr lang="en-US" sz="1800" b="true">
              <a:solidFill>
                <a:schemeClr val="bg1"/>
              </a:solidFill>
              <a:latin typeface="微软雅黑"/>
              <a:ea typeface="微软雅黑"/>
            </a:endParaRPr>
          </a:p>
        </p:txBody>
      </p:sp>
      <p:sp>
        <p:nvSpPr>
          <p:cNvPr id="214" name="椭圆 5"/>
          <p:cNvSpPr>
            <a:spLocks noChangeAspect="true"/>
          </p:cNvSpPr>
          <p:nvPr/>
        </p:nvSpPr>
        <p:spPr>
          <a:xfrm>
            <a:off x="5705475" y="3187700"/>
            <a:ext cx="539750"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4</a:t>
            </a:r>
            <a:endParaRPr lang="en-US" sz="1800" b="true">
              <a:solidFill>
                <a:schemeClr val="bg1"/>
              </a:solidFill>
              <a:latin typeface="微软雅黑"/>
              <a:ea typeface="微软雅黑"/>
            </a:endParaRPr>
          </a:p>
        </p:txBody>
      </p:sp>
      <p:sp>
        <p:nvSpPr>
          <p:cNvPr id="215" name="椭圆 6"/>
          <p:cNvSpPr>
            <a:spLocks noChangeAspect="true"/>
          </p:cNvSpPr>
          <p:nvPr/>
        </p:nvSpPr>
        <p:spPr>
          <a:xfrm>
            <a:off x="6143625" y="4156075"/>
            <a:ext cx="538163"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r>
              <a:rPr lang="en-US" sz="1800" b="true">
                <a:solidFill>
                  <a:schemeClr val="bg1"/>
                </a:solidFill>
                <a:latin typeface="微软雅黑"/>
                <a:ea typeface="微软雅黑"/>
              </a:rPr>
              <a:t>5</a:t>
            </a:r>
            <a:endParaRPr lang="en-US" sz="1800" b="true">
              <a:solidFill>
                <a:schemeClr val="bg1"/>
              </a:solidFill>
              <a:latin typeface="微软雅黑"/>
              <a:ea typeface="微软雅黑"/>
            </a:endParaRPr>
          </a:p>
        </p:txBody>
      </p:sp>
      <p:sp>
        <p:nvSpPr>
          <p:cNvPr id="216" name="文本框 20"/>
          <p:cNvSpPr/>
          <p:nvPr/>
        </p:nvSpPr>
        <p:spPr>
          <a:xfrm>
            <a:off x="755650" y="4083050"/>
            <a:ext cx="17907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密码学技术</a:t>
            </a:r>
            <a:endParaRPr lang="zh-CN" sz="2100" b="true">
              <a:solidFill>
                <a:srgbClr val="99CCFF"/>
              </a:solidFill>
              <a:latin typeface="微软雅黑"/>
              <a:ea typeface="微软雅黑"/>
            </a:endParaRPr>
          </a:p>
        </p:txBody>
      </p:sp>
      <p:sp>
        <p:nvSpPr>
          <p:cNvPr id="217" name="文本框 21"/>
          <p:cNvSpPr/>
          <p:nvPr/>
        </p:nvSpPr>
        <p:spPr>
          <a:xfrm>
            <a:off x="869950" y="3149600"/>
            <a:ext cx="196850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r>
              <a:rPr lang="zh-CN" sz="2100" b="true">
                <a:solidFill>
                  <a:srgbClr val="2392E4"/>
                </a:solidFill>
                <a:latin typeface="微软雅黑"/>
                <a:ea typeface="微软雅黑"/>
              </a:rPr>
              <a:t>块链数据结构</a:t>
            </a:r>
            <a:endParaRPr lang="zh-CN" sz="2100" b="true">
              <a:solidFill>
                <a:srgbClr val="FF0000"/>
              </a:solidFill>
              <a:latin typeface="微软雅黑"/>
              <a:ea typeface="微软雅黑"/>
            </a:endParaRPr>
          </a:p>
        </p:txBody>
      </p:sp>
      <p:sp>
        <p:nvSpPr>
          <p:cNvPr id="218" name="矩形 9"/>
          <p:cNvSpPr/>
          <p:nvPr/>
        </p:nvSpPr>
        <p:spPr>
          <a:xfrm>
            <a:off x="6296025" y="3235325"/>
            <a:ext cx="153035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FF0000"/>
                </a:solidFill>
                <a:latin typeface="微软雅黑"/>
                <a:ea typeface="微软雅黑"/>
              </a:rPr>
              <a:t>智能合约</a:t>
            </a:r>
            <a:endParaRPr lang="zh-CN" sz="2100" b="true">
              <a:solidFill>
                <a:srgbClr val="FF0000"/>
              </a:solidFill>
              <a:latin typeface="微软雅黑"/>
              <a:ea typeface="微软雅黑"/>
            </a:endParaRPr>
          </a:p>
        </p:txBody>
      </p:sp>
      <p:sp>
        <p:nvSpPr>
          <p:cNvPr id="219" name="文本框 23"/>
          <p:cNvSpPr/>
          <p:nvPr/>
        </p:nvSpPr>
        <p:spPr>
          <a:xfrm>
            <a:off x="3348038" y="2066925"/>
            <a:ext cx="25908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r>
              <a:rPr lang="zh-CN" sz="2100" b="true">
                <a:solidFill>
                  <a:srgbClr val="2392E4"/>
                </a:solidFill>
                <a:latin typeface="微软雅黑"/>
                <a:ea typeface="微软雅黑"/>
              </a:rPr>
              <a:t>挖矿（共识）机制</a:t>
            </a:r>
            <a:endParaRPr lang="zh-CN" sz="2100" b="true">
              <a:solidFill>
                <a:srgbClr val="2392E4"/>
              </a:solidFill>
              <a:latin typeface="微软雅黑"/>
              <a:ea typeface="微软雅黑"/>
            </a:endParaRPr>
          </a:p>
        </p:txBody>
      </p:sp>
      <p:sp>
        <p:nvSpPr>
          <p:cNvPr id="220" name="文本框 24"/>
          <p:cNvSpPr/>
          <p:nvPr/>
        </p:nvSpPr>
        <p:spPr>
          <a:xfrm>
            <a:off x="6681788" y="4089400"/>
            <a:ext cx="1766887"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100" b="true">
                <a:solidFill>
                  <a:srgbClr val="2392E4"/>
                </a:solidFill>
                <a:latin typeface="微软雅黑"/>
                <a:ea typeface="微软雅黑"/>
              </a:rPr>
              <a:t>公链</a:t>
            </a:r>
            <a:r>
              <a:rPr lang="en-US" sz="2100" b="true">
                <a:solidFill>
                  <a:srgbClr val="2392E4"/>
                </a:solidFill>
                <a:latin typeface="微软雅黑"/>
                <a:ea typeface="微软雅黑"/>
              </a:rPr>
              <a:t>/</a:t>
            </a:r>
            <a:r>
              <a:rPr lang="zh-CN" sz="2100" b="true">
                <a:solidFill>
                  <a:srgbClr val="2392E4"/>
                </a:solidFill>
                <a:latin typeface="微软雅黑"/>
                <a:ea typeface="微软雅黑"/>
              </a:rPr>
              <a:t>联盟链</a:t>
            </a:r>
            <a:endParaRPr lang="zh-CN" sz="2100" b="true">
              <a:solidFill>
                <a:srgbClr val="2392E4"/>
              </a:solidFill>
              <a:latin typeface="微软雅黑"/>
              <a:ea typeface="微软雅黑"/>
            </a:endParaRPr>
          </a:p>
        </p:txBody>
      </p:sp>
      <p:sp>
        <p:nvSpPr>
          <p:cNvPr id="221" name="内容占位符 6"/>
          <p:cNvSpPr/>
          <p:nvPr/>
        </p:nvSpPr>
        <p:spPr>
          <a:xfrm>
            <a:off x="966788" y="4410075"/>
            <a:ext cx="1336675" cy="401638"/>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en-US" sz="900">
                <a:solidFill>
                  <a:srgbClr val="7F7F7F"/>
                </a:solidFill>
                <a:latin typeface="微软雅黑"/>
                <a:ea typeface="微软雅黑"/>
              </a:rPr>
              <a:t>Hash/</a:t>
            </a:r>
            <a:r>
              <a:rPr lang="zh-CN" sz="900">
                <a:solidFill>
                  <a:srgbClr val="7F7F7F"/>
                </a:solidFill>
                <a:latin typeface="微软雅黑"/>
                <a:ea typeface="微软雅黑"/>
              </a:rPr>
              <a:t>对称加密</a:t>
            </a:r>
            <a:r>
              <a:rPr lang="en-US" sz="900">
                <a:solidFill>
                  <a:srgbClr val="7F7F7F"/>
                </a:solidFill>
                <a:latin typeface="微软雅黑"/>
                <a:ea typeface="微软雅黑"/>
              </a:rPr>
              <a:t>/</a:t>
            </a:r>
            <a:r>
              <a:rPr lang="zh-CN" sz="900">
                <a:solidFill>
                  <a:srgbClr val="7F7F7F"/>
                </a:solidFill>
                <a:latin typeface="微软雅黑"/>
                <a:ea typeface="微软雅黑"/>
              </a:rPr>
              <a:t>非对称加密</a:t>
            </a:r>
            <a:r>
              <a:rPr lang="en-US" sz="900">
                <a:solidFill>
                  <a:srgbClr val="7F7F7F"/>
                </a:solidFill>
                <a:latin typeface="微软雅黑"/>
                <a:ea typeface="微软雅黑"/>
              </a:rPr>
              <a:t>/</a:t>
            </a:r>
            <a:r>
              <a:rPr lang="zh-CN" sz="900">
                <a:solidFill>
                  <a:srgbClr val="7F7F7F"/>
                </a:solidFill>
                <a:latin typeface="微软雅黑"/>
                <a:ea typeface="微软雅黑"/>
              </a:rPr>
              <a:t>数字签名</a:t>
            </a:r>
            <a:endParaRPr lang="zh-CN" sz="900">
              <a:solidFill>
                <a:srgbClr val="7F7F7F"/>
              </a:solidFill>
              <a:latin typeface="微软雅黑"/>
              <a:ea typeface="微软雅黑"/>
            </a:endParaRPr>
          </a:p>
        </p:txBody>
      </p:sp>
      <p:sp>
        <p:nvSpPr>
          <p:cNvPr id="222" name="内容占位符 6"/>
          <p:cNvSpPr/>
          <p:nvPr/>
        </p:nvSpPr>
        <p:spPr>
          <a:xfrm>
            <a:off x="1014413" y="3508375"/>
            <a:ext cx="1784350" cy="285750"/>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pPr>
            <a:r>
              <a:rPr lang="zh-CN" sz="900">
                <a:solidFill>
                  <a:srgbClr val="7F7F7F"/>
                </a:solidFill>
                <a:latin typeface="微软雅黑"/>
                <a:ea typeface="微软雅黑"/>
              </a:rPr>
              <a:t>区块</a:t>
            </a:r>
            <a:r>
              <a:rPr lang="en-US" sz="900">
                <a:solidFill>
                  <a:srgbClr val="7F7F7F"/>
                </a:solidFill>
                <a:latin typeface="微软雅黑"/>
                <a:ea typeface="微软雅黑"/>
              </a:rPr>
              <a:t>/</a:t>
            </a:r>
            <a:r>
              <a:rPr lang="zh-CN" sz="900">
                <a:solidFill>
                  <a:srgbClr val="7F7F7F"/>
                </a:solidFill>
                <a:latin typeface="微软雅黑"/>
                <a:ea typeface="微软雅黑"/>
              </a:rPr>
              <a:t>链</a:t>
            </a:r>
            <a:r>
              <a:rPr lang="en-US" sz="900">
                <a:solidFill>
                  <a:srgbClr val="7F7F7F"/>
                </a:solidFill>
                <a:latin typeface="微软雅黑"/>
                <a:ea typeface="微软雅黑"/>
              </a:rPr>
              <a:t>/</a:t>
            </a:r>
            <a:r>
              <a:rPr lang="zh-CN" sz="900">
                <a:solidFill>
                  <a:srgbClr val="7F7F7F"/>
                </a:solidFill>
                <a:latin typeface="微软雅黑"/>
                <a:ea typeface="微软雅黑"/>
              </a:rPr>
              <a:t>交易</a:t>
            </a:r>
            <a:r>
              <a:rPr lang="en-US" sz="900">
                <a:solidFill>
                  <a:srgbClr val="7F7F7F"/>
                </a:solidFill>
                <a:latin typeface="微软雅黑"/>
                <a:ea typeface="微软雅黑"/>
              </a:rPr>
              <a:t>UTXO</a:t>
            </a:r>
            <a:endParaRPr lang="en-US" sz="900">
              <a:solidFill>
                <a:srgbClr val="7F7F7F"/>
              </a:solidFill>
              <a:latin typeface="微软雅黑"/>
              <a:ea typeface="微软雅黑"/>
            </a:endParaRPr>
          </a:p>
        </p:txBody>
      </p:sp>
      <p:sp>
        <p:nvSpPr>
          <p:cNvPr id="223" name="内容占位符 6"/>
          <p:cNvSpPr/>
          <p:nvPr/>
        </p:nvSpPr>
        <p:spPr>
          <a:xfrm>
            <a:off x="3059113" y="2427288"/>
            <a:ext cx="2994025" cy="411162"/>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42975">
              <a:lnSpc>
                <a:spcPct val="120000"/>
              </a:lnSpc>
            </a:pPr>
            <a:r>
              <a:rPr lang="en-US" sz="900">
                <a:solidFill>
                  <a:srgbClr val="7F7F7F"/>
                </a:solidFill>
                <a:latin typeface="微软雅黑"/>
                <a:ea typeface="微软雅黑"/>
              </a:rPr>
              <a:t>POW/</a:t>
            </a:r>
            <a:r>
              <a:rPr lang="zh-CN" sz="900">
                <a:solidFill>
                  <a:srgbClr val="7F7F7F"/>
                </a:solidFill>
                <a:latin typeface="微软雅黑"/>
                <a:ea typeface="微软雅黑"/>
              </a:rPr>
              <a:t>其它共识算法</a:t>
            </a:r>
            <a:endParaRPr lang="zh-CN" sz="900">
              <a:solidFill>
                <a:srgbClr val="7F7F7F"/>
              </a:solidFill>
              <a:latin typeface="微软雅黑"/>
              <a:ea typeface="微软雅黑"/>
            </a:endParaRPr>
          </a:p>
        </p:txBody>
      </p:sp>
      <p:sp>
        <p:nvSpPr>
          <p:cNvPr id="224" name="矩形 16"/>
          <p:cNvSpPr/>
          <p:nvPr/>
        </p:nvSpPr>
        <p:spPr>
          <a:xfrm>
            <a:off x="3719513" y="3922713"/>
            <a:ext cx="1620837" cy="522287"/>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2800" b="true">
                <a:solidFill>
                  <a:srgbClr val="EA305E"/>
                </a:solidFill>
                <a:latin typeface="微软雅黑"/>
                <a:ea typeface="微软雅黑"/>
              </a:rPr>
              <a:t>关键技术</a:t>
            </a:r>
            <a:endParaRPr lang="zh-CN" sz="2800" b="true">
              <a:solidFill>
                <a:srgbClr val="EA305E"/>
              </a:solidFill>
              <a:latin typeface="微软雅黑"/>
              <a:ea typeface="微软雅黑"/>
            </a:endParaRPr>
          </a:p>
        </p:txBody>
      </p:sp>
      <p:sp>
        <p:nvSpPr>
          <p:cNvPr id="225" name="矩形 18"/>
          <p:cNvSpPr/>
          <p:nvPr/>
        </p:nvSpPr>
        <p:spPr>
          <a:xfrm>
            <a:off x="333375" y="573088"/>
            <a:ext cx="8369300" cy="3841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ts val="2600"/>
              </a:lnSpc>
            </a:pPr>
            <a:r>
              <a:rPr lang="zh-CN" sz="1400">
                <a:latin typeface="微软雅黑"/>
                <a:ea typeface="微软雅黑"/>
              </a:rPr>
              <a:t>单个技术都不是新技术，但将这些技术形成一套组合拳，就有了一个创新的技术体系 </a:t>
            </a:r>
            <a:r>
              <a:rPr lang="en-US" sz="1400">
                <a:latin typeface="微软雅黑"/>
                <a:ea typeface="微软雅黑"/>
              </a:rPr>
              <a:t>—</a:t>
            </a:r>
            <a:r>
              <a:rPr lang="zh-CN" sz="1400">
                <a:latin typeface="微软雅黑"/>
                <a:ea typeface="微软雅黑"/>
              </a:rPr>
              <a:t> </a:t>
            </a:r>
            <a:r>
              <a:rPr lang="zh-CN" sz="1400" b="true">
                <a:solidFill>
                  <a:srgbClr val="2392E4"/>
                </a:solidFill>
                <a:latin typeface="微软雅黑"/>
                <a:ea typeface="微软雅黑"/>
              </a:rPr>
              <a:t>区块链</a:t>
            </a:r>
            <a:endParaRPr lang="zh-CN" sz="1400" b="true">
              <a:solidFill>
                <a:srgbClr val="2392E4"/>
              </a:solidFill>
              <a:latin typeface="微软雅黑"/>
              <a:ea typeface="微软雅黑"/>
            </a:endParaRPr>
          </a:p>
        </p:txBody>
      </p:sp>
      <p:sp>
        <p:nvSpPr>
          <p:cNvPr id="226" name="文本框 20"/>
          <p:cNvSpPr/>
          <p:nvPr/>
        </p:nvSpPr>
        <p:spPr>
          <a:xfrm>
            <a:off x="395288" y="122238"/>
            <a:ext cx="3382962" cy="5492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spcBef>
                <a:spcPct val="20000"/>
              </a:spcBef>
              <a:buSzPct val="80000"/>
            </a:pPr>
            <a:r>
              <a:rPr lang="zh-CN" sz="2800" b="true">
                <a:solidFill>
                  <a:srgbClr val="0070C0"/>
                </a:solidFill>
                <a:latin typeface="微软雅黑"/>
                <a:ea typeface="微软雅黑"/>
              </a:rPr>
              <a:t>区块链关键技术体系</a:t>
            </a:r>
            <a:endParaRPr lang="zh-CN" sz="2800" b="true">
              <a:solidFill>
                <a:srgbClr val="0070C0"/>
              </a:solidFill>
              <a:latin typeface="微软雅黑"/>
              <a:ea typeface="微软雅黑"/>
            </a:endParaRPr>
          </a:p>
        </p:txBody>
      </p:sp>
    </p:spTree>
  </p:cSld>
  <p:clrMapOvr>
    <a:masterClrMapping/>
  </p:clrMapOvr>
</p:sld>
</file>

<file path=ppt/slides/slide16.xml><?xml version="1.0" encoding="utf-8"?>
<p:sld xmlns:a="http://schemas.openxmlformats.org/drawingml/2006/main" xmlns:p="http://schemas.openxmlformats.org/presentationml/2006/main">
  <p:cSld>
    <p:spTree>
      <p:nvGrpSpPr>
        <p:cNvPr id="227" name=""/>
        <p:cNvGrpSpPr/>
        <p:nvPr/>
      </p:nvGrpSpPr>
      <p:grpSpPr>
        <a:xfrm>
          <a:off x="0" y="0"/>
          <a:ext cx="0" cy="0"/>
          <a:chOff x="0" y="0"/>
          <a:chExt cx="0" cy="0"/>
        </a:xfrm>
      </p:grpSpPr>
      <p:sp>
        <p:nvSpPr>
          <p:cNvPr id="228" name="文本占位符 1"/>
          <p:cNvSpPr>
            <a:spLocks noGrp="true"/>
          </p:cNvSpPr>
          <p:nvPr>
            <p:ph type="body" idx="1"/>
          </p:nvPr>
        </p:nvSpPr>
        <p:spPr>
          <a:xfrm>
            <a:off x="0" y="50800"/>
            <a:ext cx="8343900" cy="679450"/>
          </a:xfrm>
          <a:prstGeom prst="rect"/>
          <a:noFill/>
          <a:ln>
            <a:miter lim="800000"/>
          </a:ln>
        </p:spPr>
        <p:txBody>
          <a:bodyPr vert="horz" wrap="square" lIns="91440" tIns="45720" rIns="91440" bIns="45720" anchor="t" anchorCtr="false">
            <a:noAutofit/>
          </a:bodyPr>
          <a:lstStyle>
            <a:lvl1pPr marL="171450" lvl="0" indent="-171450" algn="l" defTabSz="685800">
              <a:lnSpc>
                <a:spcPct val="90000"/>
              </a:lnSpc>
              <a:spcBef>
                <a:spcPts val="750"/>
              </a:spcBef>
              <a:spcAft>
                <a:spcPct val="1"/>
              </a:spcAft>
              <a:buClrTx/>
              <a:buSzTx/>
              <a:buFont typeface="Arial"/>
              <a:buChar char="•"/>
              <a:defRPr lang="en-US" sz="1700" b="false" i="false" u="none" baseline="0">
                <a:solidFill>
                  <a:schemeClr val="tx1"/>
                </a:solidFill>
                <a:latin typeface="等线"/>
              </a:defRPr>
            </a:lvl1pPr>
            <a:lvl2pPr marL="514350" lvl="1" indent="-171450" algn="l" defTabSz="685800">
              <a:lnSpc>
                <a:spcPct val="90000"/>
              </a:lnSpc>
              <a:spcBef>
                <a:spcPts val="375"/>
              </a:spcBef>
              <a:spcAft>
                <a:spcPct val="1"/>
              </a:spcAft>
              <a:buClrTx/>
              <a:buSzTx/>
              <a:buFont typeface="Arial"/>
              <a:buChar char="•"/>
              <a:defRPr lang="en-US" sz="1400" b="false" i="false" u="none" baseline="0">
                <a:solidFill>
                  <a:schemeClr val="tx1"/>
                </a:solidFill>
                <a:latin typeface="等线"/>
              </a:defRPr>
            </a:lvl2pPr>
            <a:lvl3pPr marL="857250" lvl="2" indent="-171450" algn="l" defTabSz="685800">
              <a:lnSpc>
                <a:spcPct val="90000"/>
              </a:lnSpc>
              <a:spcBef>
                <a:spcPts val="375"/>
              </a:spcBef>
              <a:spcAft>
                <a:spcPct val="1"/>
              </a:spcAft>
              <a:buClrTx/>
              <a:buSzTx/>
              <a:buFont typeface="Arial"/>
              <a:buChar char="•"/>
              <a:defRPr lang="en-US" sz="1100" b="false" i="false" u="none" baseline="0">
                <a:solidFill>
                  <a:schemeClr val="tx1"/>
                </a:solidFill>
                <a:latin typeface="等线"/>
              </a:defRPr>
            </a:lvl3pPr>
            <a:lvl4pPr marL="1200150" lvl="3" indent="-171450" algn="l" defTabSz="685800">
              <a:lnSpc>
                <a:spcPct val="90000"/>
              </a:lnSpc>
              <a:spcBef>
                <a:spcPts val="375"/>
              </a:spcBef>
              <a:spcAft>
                <a:spcPct val="1"/>
              </a:spcAft>
              <a:buClrTx/>
              <a:buSzTx/>
              <a:buFont typeface="Arial"/>
              <a:buChar char="•"/>
              <a:defRPr lang="en-US" sz="1000" b="false" i="false" u="none" baseline="0">
                <a:solidFill>
                  <a:schemeClr val="tx1"/>
                </a:solidFill>
                <a:latin typeface="等线"/>
              </a:defRPr>
            </a:lvl4pPr>
            <a:lvl5pPr marL="1543050" lvl="4" indent="-171450" algn="l" defTabSz="685800">
              <a:lnSpc>
                <a:spcPct val="90000"/>
              </a:lnSpc>
              <a:spcBef>
                <a:spcPts val="375"/>
              </a:spcBef>
              <a:spcAft>
                <a:spcPct val="1"/>
              </a:spcAft>
              <a:buClrTx/>
              <a:buSzTx/>
              <a:buFont typeface="Arial"/>
              <a:buChar char="•"/>
              <a:defRPr lang="en-US" sz="1000" b="false" i="false" u="none" baseline="0">
                <a:solidFill>
                  <a:schemeClr val="tx1"/>
                </a:solidFill>
                <a:latin typeface="等线"/>
              </a:defRPr>
            </a:lvl5pPr>
          </a:lstStyle>
          <a:p>
            <a:pPr lvl="0">
              <a:buSzPct val="80000"/>
              <a:buNone/>
            </a:pPr>
            <a:r>
              <a:rPr lang="zh-CN" sz="2800">
                <a:solidFill>
                  <a:srgbClr val="0070C0"/>
                </a:solidFill>
                <a:latin typeface="微软雅黑"/>
                <a:ea typeface="等线"/>
              </a:rPr>
              <a:t>可信转账脚本</a:t>
            </a:r>
            <a:endParaRPr lang="zh-CN" sz="2800">
              <a:ea typeface="等线"/>
            </a:endParaRPr>
          </a:p>
        </p:txBody>
      </p:sp>
      <p:sp>
        <p:nvSpPr>
          <p:cNvPr id="229" name="灯片编号占位符 2"/>
          <p:cNvSpPr txBox="true">
            <a:spLocks noGrp="true" noChangeArrowheads="true"/>
          </p:cNvSpPr>
          <p:nvPr>
            <p:ph type="sldNum"/>
          </p:nvPr>
        </p:nvSpPr>
        <p:spPr>
          <a:xfrm>
            <a:off x="7086600" y="4767263"/>
            <a:ext cx="2057400" cy="274637"/>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6942CACF-C3D9-47FE-8521-3C56C01E3F04}" type="slidenum">
              <a:rPr lang="en-US" sz="900">
                <a:solidFill>
                  <a:srgbClr val="898989"/>
                </a:solidFill>
                <a:ea typeface="黑体"/>
              </a:rPr>
              <a:t>16</a:t>
            </a:fld>
            <a:endParaRPr lang="en-US" sz="900">
              <a:solidFill>
                <a:srgbClr val="898989"/>
              </a:solidFill>
              <a:ea typeface="黑体"/>
            </a:endParaRPr>
          </a:p>
        </p:txBody>
      </p:sp>
      <p:sp>
        <p:nvSpPr>
          <p:cNvPr id="230" name="文本框 17"/>
          <p:cNvSpPr/>
          <p:nvPr/>
        </p:nvSpPr>
        <p:spPr>
          <a:xfrm>
            <a:off x="468313" y="771525"/>
            <a:ext cx="3714750" cy="658813"/>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a:latin typeface="微软雅黑"/>
                <a:ea typeface="微软雅黑"/>
              </a:rPr>
              <a:t>比特币交易本质</a:t>
            </a:r>
            <a:r>
              <a:rPr lang="en-US">
                <a:latin typeface="微软雅黑"/>
                <a:ea typeface="微软雅黑"/>
              </a:rPr>
              <a:t>——</a:t>
            </a:r>
            <a:r>
              <a:rPr lang="zh-CN">
                <a:latin typeface="微软雅黑"/>
                <a:ea typeface="微软雅黑"/>
              </a:rPr>
              <a:t>可信转账脚本</a:t>
            </a:r>
            <a:endParaRPr lang="zh-CN">
              <a:latin typeface="微软雅黑"/>
              <a:ea typeface="微软雅黑"/>
            </a:endParaRPr>
          </a:p>
          <a:p>
            <a:pPr marL="0" lvl="0" indent="0"/>
            <a:endParaRPr lang="zh-CN">
              <a:latin typeface="微软雅黑"/>
              <a:ea typeface="微软雅黑"/>
            </a:endParaRPr>
          </a:p>
        </p:txBody>
      </p:sp>
      <p:sp>
        <p:nvSpPr>
          <p:cNvPr id="231" name="文本框 22"/>
          <p:cNvSpPr/>
          <p:nvPr/>
        </p:nvSpPr>
        <p:spPr>
          <a:xfrm>
            <a:off x="468313" y="1203325"/>
            <a:ext cx="4616450" cy="3968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a:latin typeface="仿宋"/>
                <a:ea typeface="仿宋"/>
              </a:rPr>
              <a:t>现实世界需要处理各种纷繁复杂的行为，可信转账只是可信行为很小的一部分</a:t>
            </a:r>
            <a:endParaRPr lang="zh-CN" sz="1000">
              <a:latin typeface="仿宋"/>
              <a:ea typeface="仿宋"/>
            </a:endParaRPr>
          </a:p>
          <a:p>
            <a:pPr marL="0" lvl="0" indent="0"/>
            <a:r>
              <a:rPr lang="zh-CN" sz="1000">
                <a:latin typeface="仿宋"/>
                <a:ea typeface="仿宋"/>
              </a:rPr>
              <a:t>资产、投票、保险、金融应用等。同时需关注约定、仲裁、执行等操作。</a:t>
            </a:r>
            <a:endParaRPr lang="zh-CN" sz="1000">
              <a:latin typeface="仿宋"/>
              <a:ea typeface="仿宋"/>
            </a:endParaRPr>
          </a:p>
        </p:txBody>
      </p:sp>
      <p:sp>
        <p:nvSpPr>
          <p:cNvPr id="232" name="椭圆 3"/>
          <p:cNvSpPr/>
          <p:nvPr/>
        </p:nvSpPr>
        <p:spPr>
          <a:xfrm>
            <a:off x="1331913" y="2211388"/>
            <a:ext cx="719137" cy="1800225"/>
          </a:xfrm>
          <a:prstGeom prst="ellipse"/>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600">
                <a:latin typeface="微软雅黑"/>
                <a:ea typeface="微软雅黑"/>
              </a:rPr>
              <a:t>约定</a:t>
            </a:r>
            <a:endParaRPr lang="zh-CN" sz="1600">
              <a:latin typeface="微软雅黑"/>
              <a:ea typeface="微软雅黑"/>
            </a:endParaRPr>
          </a:p>
        </p:txBody>
      </p:sp>
      <p:sp>
        <p:nvSpPr>
          <p:cNvPr id="233" name="椭圆 4"/>
          <p:cNvSpPr/>
          <p:nvPr/>
        </p:nvSpPr>
        <p:spPr>
          <a:xfrm>
            <a:off x="4787900" y="2211388"/>
            <a:ext cx="719138" cy="1800225"/>
          </a:xfrm>
          <a:prstGeom prst="ellipse"/>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600">
                <a:latin typeface="微软雅黑"/>
                <a:ea typeface="微软雅黑"/>
              </a:rPr>
              <a:t>仲裁</a:t>
            </a:r>
            <a:endParaRPr lang="zh-CN" sz="1600">
              <a:latin typeface="微软雅黑"/>
              <a:ea typeface="微软雅黑"/>
            </a:endParaRPr>
          </a:p>
        </p:txBody>
      </p:sp>
      <p:sp>
        <p:nvSpPr>
          <p:cNvPr id="234" name="椭圆 5"/>
          <p:cNvSpPr/>
          <p:nvPr/>
        </p:nvSpPr>
        <p:spPr>
          <a:xfrm>
            <a:off x="3060700" y="2211388"/>
            <a:ext cx="720725" cy="1800225"/>
          </a:xfrm>
          <a:prstGeom prst="ellipse"/>
          <a:solidFill>
            <a:srgbClr val="CCECFF"/>
          </a:solidFill>
          <a:ln w="19050">
            <a:solidFill>
              <a:srgbClr val="40404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600">
                <a:latin typeface="微软雅黑"/>
                <a:ea typeface="微软雅黑"/>
              </a:rPr>
              <a:t>执行</a:t>
            </a:r>
            <a:endParaRPr lang="zh-CN" sz="1600">
              <a:latin typeface="微软雅黑"/>
              <a:ea typeface="微软雅黑"/>
            </a:endParaRPr>
          </a:p>
        </p:txBody>
      </p:sp>
      <p:sp>
        <p:nvSpPr>
          <p:cNvPr id="235" name="椭圆 6"/>
          <p:cNvSpPr/>
          <p:nvPr/>
        </p:nvSpPr>
        <p:spPr>
          <a:xfrm>
            <a:off x="3203575" y="3508375"/>
            <a:ext cx="503238" cy="215900"/>
          </a:xfrm>
          <a:prstGeom prst="ellipse"/>
          <a:solidFill>
            <a:schemeClr val="accent3"/>
          </a:solidFill>
          <a:ln w="19050">
            <a:solidFill>
              <a:schemeClr val="lt1"/>
            </a:solidFill>
            <a:prstDash val="solid"/>
            <a:miter lim="800000"/>
            <a:headEnd type="none" w="med" len="med"/>
            <a:tailEnd type="none" w="med" len="med"/>
          </a:ln>
        </p:spPr>
        <p:txBody>
          <a:bodyPr anchor="ctr"/>
          <a:p>
            <a:pPr marL="0" lvl="0" indent="0" algn="ctr" defTabSz="914400">
              <a:lnSpc>
                <a:spcPct val="100000"/>
              </a:lnSpc>
              <a:spcBef>
                <a:spcPct val="1"/>
              </a:spcBef>
              <a:spcAft>
                <a:spcPct val="1"/>
              </a:spcAft>
              <a:buClrTx/>
              <a:buSzTx/>
              <a:buFontTx/>
              <a:buNone/>
            </a:pPr>
            <a:r>
              <a:rPr lang="zh-CN" sz="600" b="false" i="false" u="none" strike="noStrike" kern="1200" spc="0" baseline="0">
                <a:ln>
                  <a:noFill/>
                </a:ln>
                <a:solidFill>
                  <a:schemeClr val="tx1"/>
                </a:solidFill>
                <a:latin typeface="微软雅黑"/>
                <a:ea typeface="微软雅黑"/>
              </a:rPr>
              <a:t>转账</a:t>
            </a:r>
            <a:endParaRPr/>
          </a:p>
        </p:txBody>
      </p:sp>
      <p:sp>
        <p:nvSpPr>
          <p:cNvPr id="236" name="圆角矩形标注 15"/>
          <p:cNvSpPr/>
          <p:nvPr/>
        </p:nvSpPr>
        <p:spPr>
          <a:xfrm>
            <a:off x="107950" y="4227513"/>
            <a:ext cx="2663825" cy="720725"/>
          </a:xfrm>
          <a:prstGeom prst="wedgeRoundRectCallout">
            <a:avLst>
              <a:gd name="adj1" fmla="val 10185"/>
              <a:gd name="adj2" fmla="val -84528"/>
              <a:gd name="adj3" fmla="val 16667"/>
            </a:avLst>
          </a:prstGeom>
          <a:gradFill rotWithShape="true">
            <a:gsLst>
              <a:gs pos="0">
                <a:srgbClr val="6083CB"/>
              </a:gs>
              <a:gs pos="50000">
                <a:srgbClr val="3E70CA"/>
              </a:gs>
              <a:gs pos="100000">
                <a:srgbClr val="2E61BA"/>
              </a:gs>
            </a:gsLst>
            <a:lin ang="5400000" scaled="false"/>
          </a:gradFill>
          <a:ln w="6350">
            <a:solidFill>
              <a:schemeClr val="accent1"/>
            </a:solidFill>
            <a:miter lim="800000"/>
          </a:ln>
        </p:spPr>
        <p:txBody>
          <a:bodyPr lIns="182880" tIns="137160" rIns="137160" bIns="13716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600"/>
              </a:spcBef>
              <a:buFontTx/>
            </a:pPr>
            <a:endParaRPr lang="en-US" sz="2000" b="true">
              <a:solidFill>
                <a:schemeClr val="tx2"/>
              </a:solidFill>
              <a:latin typeface="微软雅黑"/>
              <a:ea typeface="微软雅黑"/>
            </a:endParaRPr>
          </a:p>
        </p:txBody>
      </p:sp>
      <p:sp>
        <p:nvSpPr>
          <p:cNvPr id="237" name="文本框 8"/>
          <p:cNvSpPr/>
          <p:nvPr/>
        </p:nvSpPr>
        <p:spPr>
          <a:xfrm>
            <a:off x="466725" y="1779588"/>
            <a:ext cx="2254250" cy="36671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a:ea typeface="黑体"/>
              </a:rPr>
              <a:t>智能贩卖机购买可乐</a:t>
            </a:r>
            <a:endParaRPr lang="zh-CN">
              <a:ea typeface="黑体"/>
            </a:endParaRPr>
          </a:p>
        </p:txBody>
      </p:sp>
      <p:sp>
        <p:nvSpPr>
          <p:cNvPr id="238" name="文本框 9"/>
          <p:cNvSpPr/>
          <p:nvPr/>
        </p:nvSpPr>
        <p:spPr>
          <a:xfrm>
            <a:off x="107950" y="4227513"/>
            <a:ext cx="2663825" cy="7874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900">
                <a:latin typeface="微软雅黑"/>
                <a:ea typeface="微软雅黑"/>
              </a:rPr>
              <a:t>可乐准则：</a:t>
            </a:r>
            <a:endParaRPr lang="en-US" sz="900">
              <a:latin typeface="微软雅黑"/>
              <a:ea typeface="微软雅黑"/>
            </a:endParaRPr>
          </a:p>
          <a:p>
            <a:pPr marL="0" lvl="0" indent="0">
              <a:buChar char="Ø"/>
            </a:pPr>
            <a:r>
              <a:rPr lang="en-US" sz="900">
                <a:latin typeface="仿宋"/>
                <a:ea typeface="仿宋"/>
              </a:rPr>
              <a:t>每瓶可乐</a:t>
            </a:r>
            <a:r>
              <a:rPr lang="en-US" sz="900">
                <a:latin typeface="仿宋"/>
                <a:ea typeface="仿宋"/>
              </a:rPr>
              <a:t>3</a:t>
            </a:r>
            <a:r>
              <a:rPr lang="en-US" sz="900">
                <a:latin typeface="仿宋"/>
                <a:ea typeface="仿宋"/>
              </a:rPr>
              <a:t>比特币</a:t>
            </a:r>
            <a:endParaRPr lang="en-US" sz="900">
              <a:latin typeface="仿宋"/>
              <a:ea typeface="仿宋"/>
            </a:endParaRPr>
          </a:p>
          <a:p>
            <a:pPr marL="0" lvl="0" indent="0">
              <a:buChar char="Ø"/>
            </a:pPr>
            <a:r>
              <a:rPr lang="en-US" sz="900">
                <a:latin typeface="仿宋"/>
                <a:ea typeface="仿宋"/>
              </a:rPr>
              <a:t>转入金额小于</a:t>
            </a:r>
            <a:r>
              <a:rPr lang="en-US" sz="900">
                <a:latin typeface="仿宋"/>
                <a:ea typeface="仿宋"/>
              </a:rPr>
              <a:t>3</a:t>
            </a:r>
            <a:r>
              <a:rPr lang="en-US" sz="900">
                <a:latin typeface="仿宋"/>
                <a:ea typeface="仿宋"/>
              </a:rPr>
              <a:t>比特币，退回转入金额</a:t>
            </a:r>
            <a:endParaRPr lang="en-US" sz="900">
              <a:latin typeface="仿宋"/>
              <a:ea typeface="仿宋"/>
            </a:endParaRPr>
          </a:p>
          <a:p>
            <a:pPr marL="0" lvl="0" indent="0">
              <a:buChar char="Ø"/>
            </a:pPr>
            <a:r>
              <a:rPr lang="en-US" sz="900">
                <a:latin typeface="仿宋"/>
                <a:ea typeface="仿宋"/>
              </a:rPr>
              <a:t>转入金额大于</a:t>
            </a:r>
            <a:r>
              <a:rPr lang="en-US" sz="900">
                <a:latin typeface="仿宋"/>
                <a:ea typeface="仿宋"/>
              </a:rPr>
              <a:t>3</a:t>
            </a:r>
            <a:r>
              <a:rPr lang="en-US" sz="900">
                <a:latin typeface="仿宋"/>
                <a:ea typeface="仿宋"/>
              </a:rPr>
              <a:t>比特币，返回可乐，退回多余金额</a:t>
            </a:r>
            <a:endParaRPr lang="en-US" sz="900">
              <a:latin typeface="仿宋"/>
              <a:ea typeface="仿宋"/>
            </a:endParaRPr>
          </a:p>
        </p:txBody>
      </p:sp>
      <p:sp>
        <p:nvSpPr>
          <p:cNvPr id="239" name="圆角矩形标注 11"/>
          <p:cNvSpPr/>
          <p:nvPr/>
        </p:nvSpPr>
        <p:spPr>
          <a:xfrm>
            <a:off x="2266950" y="4083050"/>
            <a:ext cx="2347913" cy="425450"/>
          </a:xfrm>
          <a:prstGeom prst="wedgeRoundRectCallout">
            <a:avLst>
              <a:gd name="adj1" fmla="val 10185"/>
              <a:gd name="adj2" fmla="val -84528"/>
              <a:gd name="adj3" fmla="val 16667"/>
            </a:avLst>
          </a:prstGeom>
          <a:gradFill rotWithShape="true">
            <a:gsLst>
              <a:gs pos="0">
                <a:srgbClr val="AFAFAF"/>
              </a:gs>
              <a:gs pos="50000">
                <a:srgbClr val="A5A5A5"/>
              </a:gs>
              <a:gs pos="100000">
                <a:srgbClr val="929292"/>
              </a:gs>
            </a:gsLst>
            <a:lin ang="5400000" scaled="false"/>
          </a:gradFill>
          <a:ln w="6350">
            <a:solidFill>
              <a:srgbClr val="A5A5A5"/>
            </a:solidFill>
            <a:miter lim="800000"/>
          </a:ln>
        </p:spPr>
        <p:txBody>
          <a:bodyPr lIns="182880" tIns="137160" rIns="137160" bIns="13716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600"/>
              </a:spcBef>
              <a:buFontTx/>
            </a:pPr>
            <a:endParaRPr lang="en-US" sz="2000" b="true">
              <a:solidFill>
                <a:schemeClr val="tx2"/>
              </a:solidFill>
              <a:latin typeface="微软雅黑"/>
              <a:ea typeface="微软雅黑"/>
            </a:endParaRPr>
          </a:p>
        </p:txBody>
      </p:sp>
      <p:sp>
        <p:nvSpPr>
          <p:cNvPr id="240" name="文本框 12"/>
          <p:cNvSpPr/>
          <p:nvPr/>
        </p:nvSpPr>
        <p:spPr>
          <a:xfrm>
            <a:off x="2266950" y="4083050"/>
            <a:ext cx="2139950" cy="365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900">
                <a:latin typeface="仿宋"/>
                <a:ea typeface="仿宋"/>
              </a:rPr>
              <a:t>Alice</a:t>
            </a:r>
            <a:r>
              <a:rPr lang="zh-CN" sz="900">
                <a:latin typeface="仿宋"/>
                <a:ea typeface="仿宋"/>
              </a:rPr>
              <a:t>向声称遵循可乐准则的贩卖机转入</a:t>
            </a:r>
            <a:r>
              <a:rPr lang="en-US" sz="900">
                <a:latin typeface="仿宋"/>
                <a:ea typeface="仿宋"/>
              </a:rPr>
              <a:t>5</a:t>
            </a:r>
            <a:r>
              <a:rPr lang="zh-CN" sz="900">
                <a:latin typeface="仿宋"/>
                <a:ea typeface="仿宋"/>
              </a:rPr>
              <a:t>比特币</a:t>
            </a:r>
            <a:endParaRPr lang="zh-CN" sz="900">
              <a:latin typeface="仿宋"/>
              <a:ea typeface="仿宋"/>
            </a:endParaRPr>
          </a:p>
        </p:txBody>
      </p:sp>
      <p:sp>
        <p:nvSpPr>
          <p:cNvPr id="241" name="圆角矩形标注 13"/>
          <p:cNvSpPr/>
          <p:nvPr/>
        </p:nvSpPr>
        <p:spPr>
          <a:xfrm>
            <a:off x="2843213" y="4587875"/>
            <a:ext cx="2305050" cy="520700"/>
          </a:xfrm>
          <a:prstGeom prst="wedgeRoundRectCallout">
            <a:avLst>
              <a:gd name="adj1" fmla="val 10185"/>
              <a:gd name="adj2" fmla="val -84528"/>
              <a:gd name="adj3" fmla="val 16667"/>
            </a:avLst>
          </a:prstGeom>
          <a:gradFill rotWithShape="true">
            <a:gsLst>
              <a:gs pos="0">
                <a:srgbClr val="B5D5A7"/>
              </a:gs>
              <a:gs pos="50000">
                <a:srgbClr val="AACE99"/>
              </a:gs>
              <a:gs pos="100000">
                <a:srgbClr val="9CCA86"/>
              </a:gs>
            </a:gsLst>
            <a:lin ang="5400000" scaled="false"/>
          </a:gradFill>
          <a:ln w="6350">
            <a:solidFill>
              <a:srgbClr val="70AD47"/>
            </a:solidFill>
            <a:miter lim="800000"/>
          </a:ln>
        </p:spPr>
        <p:txBody>
          <a:bodyPr lIns="182880" tIns="137160" rIns="137160" bIns="13716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600"/>
              </a:spcBef>
              <a:buFontTx/>
            </a:pPr>
            <a:endParaRPr lang="en-US" sz="2000" b="true">
              <a:solidFill>
                <a:schemeClr val="tx2"/>
              </a:solidFill>
              <a:latin typeface="微软雅黑"/>
              <a:ea typeface="微软雅黑"/>
            </a:endParaRPr>
          </a:p>
        </p:txBody>
      </p:sp>
      <p:sp>
        <p:nvSpPr>
          <p:cNvPr id="242" name="文本框 14"/>
          <p:cNvSpPr/>
          <p:nvPr/>
        </p:nvSpPr>
        <p:spPr>
          <a:xfrm>
            <a:off x="2987675" y="4660900"/>
            <a:ext cx="1989138" cy="365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900">
                <a:latin typeface="仿宋"/>
                <a:ea typeface="仿宋"/>
              </a:rPr>
              <a:t>贩卖机返回一瓶可乐给</a:t>
            </a:r>
            <a:r>
              <a:rPr lang="en-US" sz="900">
                <a:latin typeface="仿宋"/>
                <a:ea typeface="仿宋"/>
              </a:rPr>
              <a:t>Alice</a:t>
            </a:r>
            <a:endParaRPr lang="en-US" sz="900">
              <a:latin typeface="仿宋"/>
              <a:ea typeface="仿宋"/>
            </a:endParaRPr>
          </a:p>
          <a:p>
            <a:pPr marL="0" lvl="0" indent="0"/>
            <a:r>
              <a:rPr lang="zh-CN" sz="900">
                <a:latin typeface="仿宋"/>
                <a:ea typeface="仿宋"/>
              </a:rPr>
              <a:t>退回</a:t>
            </a:r>
            <a:r>
              <a:rPr lang="en-US" sz="900">
                <a:latin typeface="仿宋"/>
                <a:ea typeface="仿宋"/>
              </a:rPr>
              <a:t>Alice2</a:t>
            </a:r>
            <a:r>
              <a:rPr lang="zh-CN" sz="900">
                <a:latin typeface="仿宋"/>
                <a:ea typeface="仿宋"/>
              </a:rPr>
              <a:t>比特币</a:t>
            </a:r>
            <a:endParaRPr lang="zh-CN" sz="900">
              <a:latin typeface="仿宋"/>
              <a:ea typeface="仿宋"/>
            </a:endParaRPr>
          </a:p>
        </p:txBody>
      </p:sp>
      <p:sp>
        <p:nvSpPr>
          <p:cNvPr id="243" name="右箭头 16"/>
          <p:cNvSpPr/>
          <p:nvPr/>
        </p:nvSpPr>
        <p:spPr>
          <a:xfrm>
            <a:off x="2339975" y="2643188"/>
            <a:ext cx="576263" cy="1081087"/>
          </a:xfrm>
          <a:prstGeom prst="rightArrow">
            <a:avLst>
              <a:gd name="adj1" fmla="val 50000"/>
              <a:gd name="adj2" fmla="val 50000"/>
            </a:avLst>
          </a:prstGeom>
          <a:gradFill rotWithShape="true">
            <a:gsLst>
              <a:gs pos="0">
                <a:srgbClr val="AFAFAF"/>
              </a:gs>
              <a:gs pos="50000">
                <a:srgbClr val="A5A5A5"/>
              </a:gs>
              <a:gs pos="100000">
                <a:srgbClr val="929292"/>
              </a:gs>
            </a:gsLst>
            <a:lin ang="5400000" scaled="false"/>
          </a:gradFill>
          <a:ln>
            <a:noFill/>
            <a:miter lim="800000"/>
          </a:ln>
          <a:effectLst>
            <a:outerShdw blurRad="57150" dist="19050" dir="5400000" algn="ctr">
              <a:srgbClr val="000000">
                <a:alpha val="62999"/>
              </a:srgbClr>
            </a:outerShdw>
          </a:effectLs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FFFFFF"/>
              </a:solidFill>
              <a:latin typeface="微软雅黑"/>
              <a:ea typeface="微软雅黑"/>
            </a:endParaRPr>
          </a:p>
        </p:txBody>
      </p:sp>
      <p:sp>
        <p:nvSpPr>
          <p:cNvPr id="244" name="右箭头 18"/>
          <p:cNvSpPr/>
          <p:nvPr/>
        </p:nvSpPr>
        <p:spPr>
          <a:xfrm>
            <a:off x="4067175" y="2643188"/>
            <a:ext cx="576263" cy="1081087"/>
          </a:xfrm>
          <a:prstGeom prst="rightArrow">
            <a:avLst>
              <a:gd name="adj1" fmla="val 50000"/>
              <a:gd name="adj2" fmla="val 50000"/>
            </a:avLst>
          </a:prstGeom>
          <a:gradFill rotWithShape="true">
            <a:gsLst>
              <a:gs pos="0">
                <a:srgbClr val="AFAFAF"/>
              </a:gs>
              <a:gs pos="50000">
                <a:srgbClr val="A5A5A5"/>
              </a:gs>
              <a:gs pos="100000">
                <a:srgbClr val="929292"/>
              </a:gs>
            </a:gsLst>
            <a:lin ang="5400000" scaled="false"/>
          </a:gradFill>
          <a:ln>
            <a:noFill/>
            <a:miter lim="800000"/>
          </a:ln>
          <a:effectLst>
            <a:outerShdw blurRad="57150" dist="19050" dir="5400000" algn="ctr">
              <a:srgbClr val="000000">
                <a:alpha val="62999"/>
              </a:srgbClr>
            </a:outerShdw>
          </a:effectLs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FFFFFF"/>
              </a:solidFill>
              <a:latin typeface="微软雅黑"/>
              <a:ea typeface="微软雅黑"/>
            </a:endParaRPr>
          </a:p>
        </p:txBody>
      </p:sp>
      <p:sp>
        <p:nvSpPr>
          <p:cNvPr id="245" name="文本框 21"/>
          <p:cNvSpPr/>
          <p:nvPr/>
        </p:nvSpPr>
        <p:spPr>
          <a:xfrm>
            <a:off x="6300788" y="1924050"/>
            <a:ext cx="2397125" cy="26320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171450" lvl="0" indent="-171450">
              <a:buSzPct val="80000"/>
            </a:pPr>
            <a:r>
              <a:rPr lang="zh-CN" sz="1000" b="true">
                <a:latin typeface="微软雅黑"/>
                <a:ea typeface="微软雅黑"/>
              </a:rPr>
              <a:t>比特币模型只能解决可信转账问题</a:t>
            </a:r>
            <a:endParaRPr lang="zh-CN" sz="1000" b="true">
              <a:latin typeface="微软雅黑"/>
              <a:ea typeface="微软雅黑"/>
            </a:endParaRPr>
          </a:p>
          <a:p>
            <a:pPr marL="171450" lvl="0" indent="-171450">
              <a:buSzPct val="80000"/>
            </a:pPr>
            <a:endParaRPr lang="zh-CN" sz="1000" b="true">
              <a:latin typeface="微软雅黑"/>
              <a:ea typeface="微软雅黑"/>
            </a:endParaRPr>
          </a:p>
          <a:p>
            <a:pPr marL="171450" lvl="0" indent="-171450">
              <a:buSzPct val="80000"/>
              <a:buChar char="l"/>
            </a:pPr>
            <a:r>
              <a:rPr lang="en-US" sz="1000">
                <a:latin typeface="仿宋"/>
                <a:ea typeface="仿宋"/>
              </a:rPr>
              <a:t>Alice</a:t>
            </a:r>
            <a:r>
              <a:rPr lang="en-US" sz="1000">
                <a:latin typeface="仿宋"/>
                <a:ea typeface="仿宋"/>
              </a:rPr>
              <a:t>向贩卖机发生了</a:t>
            </a:r>
            <a:r>
              <a:rPr lang="en-US" sz="1000">
                <a:latin typeface="仿宋"/>
                <a:ea typeface="仿宋"/>
              </a:rPr>
              <a:t>5</a:t>
            </a:r>
            <a:r>
              <a:rPr lang="en-US" sz="1000">
                <a:latin typeface="仿宋"/>
                <a:ea typeface="仿宋"/>
              </a:rPr>
              <a:t>比特币转账行为</a:t>
            </a:r>
            <a:endParaRPr lang="en-US" sz="1000">
              <a:latin typeface="仿宋"/>
              <a:ea typeface="仿宋"/>
            </a:endParaRPr>
          </a:p>
          <a:p>
            <a:pPr marL="171450" lvl="0" indent="-171450">
              <a:buSzPct val="80000"/>
              <a:buChar char="l"/>
            </a:pPr>
            <a:endParaRPr lang="en-US" sz="1000">
              <a:latin typeface="仿宋"/>
              <a:ea typeface="仿宋"/>
            </a:endParaRPr>
          </a:p>
          <a:p>
            <a:pPr marL="171450" lvl="0" indent="-171450">
              <a:buSzPct val="80000"/>
              <a:buChar char="l"/>
            </a:pPr>
            <a:r>
              <a:rPr lang="en-US" sz="1000">
                <a:latin typeface="仿宋"/>
                <a:ea typeface="仿宋"/>
              </a:rPr>
              <a:t>Alice</a:t>
            </a:r>
            <a:r>
              <a:rPr lang="zh-CN" sz="1000">
                <a:latin typeface="仿宋"/>
                <a:ea typeface="仿宋"/>
              </a:rPr>
              <a:t>转账缘由不确定（为什么要转账）</a:t>
            </a:r>
            <a:endParaRPr lang="zh-CN" sz="1000">
              <a:latin typeface="仿宋"/>
              <a:ea typeface="仿宋"/>
            </a:endParaRPr>
          </a:p>
          <a:p>
            <a:pPr marL="171450" lvl="0" indent="-171450">
              <a:buSzPct val="80000"/>
              <a:buChar char="l"/>
            </a:pPr>
            <a:endParaRPr lang="zh-CN" sz="1000">
              <a:latin typeface="仿宋"/>
              <a:ea typeface="仿宋"/>
            </a:endParaRPr>
          </a:p>
          <a:p>
            <a:pPr marL="171450" lvl="0" indent="-171450">
              <a:buSzPct val="80000"/>
              <a:buChar char="l"/>
            </a:pPr>
            <a:r>
              <a:rPr lang="en-US" sz="1000">
                <a:latin typeface="仿宋"/>
                <a:ea typeface="仿宋"/>
              </a:rPr>
              <a:t>Alice</a:t>
            </a:r>
            <a:r>
              <a:rPr lang="zh-CN" sz="1000">
                <a:latin typeface="仿宋"/>
                <a:ea typeface="仿宋"/>
              </a:rPr>
              <a:t>转账结果不确定（是否真的能返回可乐）</a:t>
            </a:r>
            <a:endParaRPr lang="zh-CN" sz="1000">
              <a:latin typeface="仿宋"/>
              <a:ea typeface="仿宋"/>
            </a:endParaRPr>
          </a:p>
          <a:p>
            <a:pPr marL="171450" lvl="0" indent="-171450">
              <a:buSzPct val="80000"/>
              <a:buChar char="l"/>
            </a:pPr>
            <a:endParaRPr lang="zh-CN" sz="1000">
              <a:latin typeface="仿宋"/>
              <a:ea typeface="仿宋"/>
            </a:endParaRPr>
          </a:p>
          <a:p>
            <a:pPr marL="171450" lvl="0" indent="-171450">
              <a:buSzPct val="80000"/>
              <a:buChar char="Ø"/>
            </a:pPr>
            <a:r>
              <a:rPr lang="en-US" sz="1200">
                <a:latin typeface="微软雅黑"/>
                <a:ea typeface="微软雅黑"/>
              </a:rPr>
              <a:t>不能保证可乐准则不被篡改</a:t>
            </a:r>
            <a:br>
              <a:rPr lang="en-US" sz="1200">
                <a:latin typeface="微软雅黑"/>
                <a:ea typeface="微软雅黑"/>
              </a:rPr>
            </a:br>
            <a:endParaRPr lang="en-US" sz="1200">
              <a:latin typeface="微软雅黑"/>
              <a:ea typeface="微软雅黑"/>
            </a:endParaRPr>
          </a:p>
          <a:p>
            <a:pPr marL="171450" lvl="0" indent="-171450">
              <a:buSzPct val="80000"/>
              <a:buChar char="Ø"/>
            </a:pPr>
            <a:r>
              <a:rPr lang="en-US" sz="1200">
                <a:latin typeface="微软雅黑"/>
                <a:ea typeface="微软雅黑"/>
              </a:rPr>
              <a:t>不能保证可乐准则被正确执行</a:t>
            </a:r>
            <a:endParaRPr lang="en-US" sz="1200">
              <a:latin typeface="微软雅黑"/>
              <a:ea typeface="微软雅黑"/>
            </a:endParaRPr>
          </a:p>
          <a:p>
            <a:pPr marL="171450" lvl="0" indent="-171450">
              <a:buSzPct val="80000"/>
              <a:buChar char="l"/>
            </a:pPr>
            <a:endParaRPr lang="zh-CN" sz="1000">
              <a:latin typeface="仿宋"/>
              <a:ea typeface="仿宋"/>
            </a:endParaRPr>
          </a:p>
          <a:p>
            <a:pPr marL="171450" lvl="0" indent="-171450">
              <a:buSzPct val="80000"/>
            </a:pPr>
            <a:endParaRPr lang="zh-CN" sz="1000" b="true">
              <a:latin typeface="微软雅黑"/>
              <a:ea typeface="微软雅黑"/>
            </a:endParaRPr>
          </a:p>
        </p:txBody>
      </p:sp>
      <p:sp>
        <p:nvSpPr>
          <p:cNvPr id="246" name="文本框 1"/>
          <p:cNvSpPr/>
          <p:nvPr/>
        </p:nvSpPr>
        <p:spPr>
          <a:xfrm>
            <a:off x="6300788" y="844550"/>
            <a:ext cx="2246312" cy="8223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a:ea typeface="黑体"/>
              </a:rPr>
              <a:t>传统合同的执行阶段：</a:t>
            </a:r>
            <a:endParaRPr lang="zh-CN" sz="1200">
              <a:ea typeface="黑体"/>
            </a:endParaRPr>
          </a:p>
          <a:p>
            <a:pPr marL="0" lvl="0" indent="0"/>
            <a:r>
              <a:rPr lang="zh-CN" sz="1200">
                <a:ea typeface="黑体"/>
              </a:rPr>
              <a:t>- 各方协商</a:t>
            </a:r>
            <a:endParaRPr lang="zh-CN" sz="1200">
              <a:ea typeface="黑体"/>
            </a:endParaRPr>
          </a:p>
          <a:p>
            <a:pPr marL="0" lvl="0" indent="0"/>
            <a:r>
              <a:rPr lang="zh-CN" sz="1200">
                <a:ea typeface="黑体"/>
              </a:rPr>
              <a:t>- 签名记录</a:t>
            </a:r>
            <a:endParaRPr lang="zh-CN" sz="1200">
              <a:ea typeface="黑体"/>
            </a:endParaRPr>
          </a:p>
          <a:p>
            <a:pPr marL="0" lvl="0" indent="0"/>
            <a:r>
              <a:rPr lang="zh-CN" sz="1200">
                <a:ea typeface="黑体"/>
              </a:rPr>
              <a:t>- 条款执行</a:t>
            </a:r>
            <a:endParaRPr lang="zh-CN" sz="1200">
              <a:ea typeface="黑体"/>
            </a:endParaRPr>
          </a:p>
        </p:txBody>
      </p:sp>
      <p:sp>
        <p:nvSpPr>
          <p:cNvPr id="247" name="圆角矩形标注 2"/>
          <p:cNvSpPr/>
          <p:nvPr/>
        </p:nvSpPr>
        <p:spPr>
          <a:xfrm>
            <a:off x="4500563" y="4156075"/>
            <a:ext cx="2073275" cy="425450"/>
          </a:xfrm>
          <a:prstGeom prst="wedgeRoundRectCallout">
            <a:avLst>
              <a:gd name="adj1" fmla="val 10185"/>
              <a:gd name="adj2" fmla="val -84528"/>
              <a:gd name="adj3" fmla="val 16667"/>
            </a:avLst>
          </a:prstGeom>
          <a:gradFill rotWithShape="true">
            <a:gsLst>
              <a:gs pos="0">
                <a:srgbClr val="A8B7DF"/>
              </a:gs>
              <a:gs pos="50000">
                <a:srgbClr val="9AABD9"/>
              </a:gs>
              <a:gs pos="100000">
                <a:srgbClr val="879ED7"/>
              </a:gs>
            </a:gsLst>
            <a:lin ang="5400000" scaled="false"/>
          </a:gradFill>
          <a:ln w="6350">
            <a:solidFill>
              <a:schemeClr val="accent1"/>
            </a:solidFill>
            <a:miter lim="800000"/>
          </a:ln>
        </p:spPr>
        <p:txBody>
          <a:bodyPr lIns="182880" tIns="137160" rIns="137160" bIns="13716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600"/>
              </a:spcBef>
              <a:buFontTx/>
            </a:pPr>
            <a:endParaRPr lang="en-US" sz="2000" b="true">
              <a:solidFill>
                <a:schemeClr val="tx2"/>
              </a:solidFill>
              <a:latin typeface="微软雅黑"/>
              <a:ea typeface="微软雅黑"/>
            </a:endParaRPr>
          </a:p>
        </p:txBody>
      </p:sp>
      <p:sp>
        <p:nvSpPr>
          <p:cNvPr id="248" name="文本框 12"/>
          <p:cNvSpPr/>
          <p:nvPr/>
        </p:nvSpPr>
        <p:spPr>
          <a:xfrm>
            <a:off x="4500563" y="4156075"/>
            <a:ext cx="2139950" cy="365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SzPct val="80000"/>
            </a:pPr>
            <a:r>
              <a:rPr lang="zh-CN" sz="900">
                <a:latin typeface="仿宋"/>
                <a:ea typeface="仿宋"/>
              </a:rPr>
              <a:t>若</a:t>
            </a:r>
            <a:r>
              <a:rPr lang="en-US" sz="900">
                <a:latin typeface="仿宋"/>
                <a:ea typeface="仿宋"/>
              </a:rPr>
              <a:t>Alice</a:t>
            </a:r>
            <a:r>
              <a:rPr lang="zh-CN" sz="900">
                <a:latin typeface="仿宋"/>
                <a:ea typeface="仿宋"/>
              </a:rPr>
              <a:t>发现贩卖机并未实际遵守约定，只能求助现实机构</a:t>
            </a:r>
            <a:endParaRPr lang="zh-CN" sz="900">
              <a:latin typeface="仿宋"/>
              <a:ea typeface="仿宋"/>
            </a:endParaRPr>
          </a:p>
        </p:txBody>
      </p:sp>
    </p:spTree>
  </p:cSld>
  <p:clrMapOvr>
    <a:masterClrMapping/>
  </p:clrMapOvr>
</p:sld>
</file>

<file path=ppt/slides/slide17.xml><?xml version="1.0" encoding="utf-8"?>
<p:sld xmlns:a="http://schemas.openxmlformats.org/drawingml/2006/main" xmlns:p="http://schemas.openxmlformats.org/presentationml/2006/main">
  <p:cSld>
    <p:spTree>
      <p:nvGrpSpPr>
        <p:cNvPr id="249" name=""/>
        <p:cNvGrpSpPr/>
        <p:nvPr/>
      </p:nvGrpSpPr>
      <p:grpSpPr>
        <a:xfrm>
          <a:off x="0" y="0"/>
          <a:ext cx="0" cy="0"/>
          <a:chOff x="0" y="0"/>
          <a:chExt cx="0" cy="0"/>
        </a:xfrm>
      </p:grpSpPr>
      <p:sp>
        <p:nvSpPr>
          <p:cNvPr id="250" name="灯片编号占位符 3"/>
          <p:cNvSpPr txBox="true">
            <a:spLocks noGrp="true" noChangeArrowheads="true"/>
          </p:cNvSpPr>
          <p:nvPr>
            <p:ph type="sldNum"/>
          </p:nvPr>
        </p:nvSpPr>
        <p:spPr>
          <a:xfrm>
            <a:off x="8594725" y="473233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17398D3E-2080-4321-A827-4684E2532688}" type="slidenum">
              <a:rPr lang="en-US" sz="900">
                <a:solidFill>
                  <a:srgbClr val="898989"/>
                </a:solidFill>
                <a:ea typeface="黑体"/>
              </a:rPr>
              <a:t>17</a:t>
            </a:fld>
            <a:endParaRPr lang="en-US" sz="900">
              <a:solidFill>
                <a:srgbClr val="898989"/>
              </a:solidFill>
              <a:ea typeface="黑体"/>
            </a:endParaRPr>
          </a:p>
        </p:txBody>
      </p:sp>
      <p:sp>
        <p:nvSpPr>
          <p:cNvPr id="251"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智能合约</a:t>
            </a:r>
            <a:endParaRPr lang="zh-CN" sz="3000">
              <a:solidFill>
                <a:srgbClr val="0070C0"/>
              </a:solidFill>
              <a:latin typeface="微软雅黑"/>
              <a:ea typeface="等线 Light"/>
            </a:endParaRPr>
          </a:p>
        </p:txBody>
      </p:sp>
      <p:sp>
        <p:nvSpPr>
          <p:cNvPr id="252" name="文本框 36"/>
          <p:cNvSpPr/>
          <p:nvPr/>
        </p:nvSpPr>
        <p:spPr>
          <a:xfrm>
            <a:off x="466725" y="987425"/>
            <a:ext cx="5095875" cy="4572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200">
                <a:latin typeface="仿宋"/>
                <a:ea typeface="仿宋"/>
              </a:rPr>
              <a:t>在区块链上可以自动执行的（由消息驱动的）、以代码形式编写的合同（特殊的交易）。是代码和数据的集合。</a:t>
            </a:r>
            <a:endParaRPr lang="zh-CN" sz="1200">
              <a:latin typeface="仿宋"/>
              <a:ea typeface="仿宋"/>
            </a:endParaRPr>
          </a:p>
        </p:txBody>
      </p:sp>
      <p:grpSp>
        <p:nvGrpSpPr>
          <p:cNvPr id="253" name="组合 1"/>
          <p:cNvGrpSpPr/>
          <p:nvPr/>
        </p:nvGrpSpPr>
        <p:grpSpPr>
          <a:xfrm>
            <a:off x="179388" y="1820863"/>
            <a:ext cx="5713412" cy="3246437"/>
            <a:chOff x="283" y="2235"/>
            <a:chExt cx="9637" cy="5753"/>
          </a:xfrm>
        </p:grpSpPr>
        <p:sp>
          <p:nvSpPr>
            <p:cNvPr id="254" name="圆角矩形 18"/>
            <p:cNvSpPr/>
            <p:nvPr/>
          </p:nvSpPr>
          <p:spPr>
            <a:xfrm>
              <a:off x="736" y="6545"/>
              <a:ext cx="3741" cy="1317"/>
            </a:xfrm>
            <a:prstGeom prst="roundRect">
              <a:avLst>
                <a:gd name="adj" fmla="val 16667"/>
              </a:avLst>
            </a:prstGeom>
            <a:gradFill rotWithShape="true">
              <a:gsLst>
                <a:gs pos="0">
                  <a:srgbClr val="F7BDA4"/>
                </a:gs>
                <a:gs pos="50000">
                  <a:srgbClr val="F5B195"/>
                </a:gs>
                <a:gs pos="100000">
                  <a:srgbClr val="F8A581"/>
                </a:gs>
              </a:gsLst>
              <a:lin ang="5400000" scaled="false"/>
            </a:gradFill>
            <a:ln w="6350">
              <a:solidFill>
                <a:schemeClr val="accent2"/>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Clr>
                  <a:schemeClr val="bg1"/>
                </a:buClr>
                <a:buFontTx/>
              </a:pPr>
              <a:endParaRPr lang="en-US" sz="1600">
                <a:solidFill>
                  <a:srgbClr val="000000"/>
                </a:solidFill>
                <a:latin typeface="微软雅黑"/>
                <a:ea typeface="微软雅黑"/>
              </a:endParaRPr>
            </a:p>
          </p:txBody>
        </p:sp>
        <p:sp>
          <p:nvSpPr>
            <p:cNvPr id="255" name="椭圆 21"/>
            <p:cNvSpPr/>
            <p:nvPr/>
          </p:nvSpPr>
          <p:spPr>
            <a:xfrm>
              <a:off x="736" y="5411"/>
              <a:ext cx="3176" cy="678"/>
            </a:xfrm>
            <a:prstGeom prst="ellipse"/>
            <a:gradFill rotWithShape="true">
              <a:gsLst>
                <a:gs pos="0">
                  <a:srgbClr val="F18C55"/>
                </a:gs>
                <a:gs pos="50000">
                  <a:srgbClr val="F67B28"/>
                </a:gs>
                <a:gs pos="100000">
                  <a:srgbClr val="E56B17"/>
                </a:gs>
              </a:gsLst>
              <a:lin ang="5400000" scaled="false"/>
            </a:gradFill>
            <a:ln w="6350">
              <a:solidFill>
                <a:schemeClr val="accent2"/>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600">
                  <a:solidFill>
                    <a:srgbClr val="FFFFFF"/>
                  </a:solidFill>
                  <a:latin typeface="仿宋"/>
                  <a:ea typeface="仿宋"/>
                </a:rPr>
                <a:t>合同</a:t>
              </a:r>
              <a:r>
                <a:rPr lang="en-US" sz="1600">
                  <a:solidFill>
                    <a:srgbClr val="FFFFFF"/>
                  </a:solidFill>
                  <a:latin typeface="仿宋"/>
                  <a:ea typeface="仿宋"/>
                </a:rPr>
                <a:t>/</a:t>
              </a:r>
              <a:r>
                <a:rPr lang="en-US" sz="1600">
                  <a:solidFill>
                    <a:srgbClr val="FFFFFF"/>
                  </a:solidFill>
                  <a:latin typeface="仿宋"/>
                  <a:ea typeface="仿宋"/>
                </a:rPr>
                <a:t>约定</a:t>
              </a:r>
              <a:endParaRPr lang="en-US" sz="1600">
                <a:solidFill>
                  <a:srgbClr val="FFFFFF"/>
                </a:solidFill>
                <a:latin typeface="仿宋"/>
                <a:ea typeface="仿宋"/>
              </a:endParaRPr>
            </a:p>
          </p:txBody>
        </p:sp>
        <p:sp>
          <p:nvSpPr>
            <p:cNvPr id="256" name="圆角矩形 23"/>
            <p:cNvSpPr/>
            <p:nvPr/>
          </p:nvSpPr>
          <p:spPr>
            <a:xfrm>
              <a:off x="5952" y="5296"/>
              <a:ext cx="3741" cy="1319"/>
            </a:xfrm>
            <a:prstGeom prst="roundRect">
              <a:avLst>
                <a:gd name="adj" fmla="val 16667"/>
              </a:avLst>
            </a:prstGeom>
            <a:gradFill rotWithShape="true">
              <a:gsLst>
                <a:gs pos="0">
                  <a:srgbClr val="F7BDA4"/>
                </a:gs>
                <a:gs pos="50000">
                  <a:srgbClr val="F5B195"/>
                </a:gs>
                <a:gs pos="100000">
                  <a:srgbClr val="F8A581"/>
                </a:gs>
              </a:gsLst>
              <a:lin ang="5400000" scaled="false"/>
            </a:gradFill>
            <a:ln w="6350">
              <a:solidFill>
                <a:schemeClr val="accent2"/>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Clr>
                  <a:schemeClr val="bg1"/>
                </a:buClr>
                <a:buFontTx/>
              </a:pPr>
              <a:endParaRPr lang="en-US" sz="1600">
                <a:solidFill>
                  <a:srgbClr val="000000"/>
                </a:solidFill>
                <a:latin typeface="微软雅黑"/>
                <a:ea typeface="微软雅黑"/>
              </a:endParaRPr>
            </a:p>
          </p:txBody>
        </p:sp>
        <p:sp>
          <p:nvSpPr>
            <p:cNvPr id="257" name="椭圆 25"/>
            <p:cNvSpPr/>
            <p:nvPr/>
          </p:nvSpPr>
          <p:spPr>
            <a:xfrm>
              <a:off x="8105" y="5977"/>
              <a:ext cx="1376" cy="436"/>
            </a:xfrm>
            <a:prstGeom prst="ellipse"/>
            <a:gradFill rotWithShape="true">
              <a:gsLst>
                <a:gs pos="0">
                  <a:srgbClr val="A8B7DF"/>
                </a:gs>
                <a:gs pos="50000">
                  <a:srgbClr val="9AABD9"/>
                </a:gs>
                <a:gs pos="100000">
                  <a:srgbClr val="879ED7"/>
                </a:gs>
              </a:gsLst>
              <a:lin ang="5400000" scaled="false"/>
            </a:gradFill>
            <a:ln w="6350">
              <a:solidFill>
                <a:schemeClr val="accent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400">
                  <a:solidFill>
                    <a:srgbClr val="000000"/>
                  </a:solidFill>
                  <a:latin typeface="仿宋"/>
                  <a:ea typeface="仿宋"/>
                </a:rPr>
                <a:t>执行</a:t>
              </a:r>
              <a:endParaRPr lang="en-US" sz="1400">
                <a:solidFill>
                  <a:srgbClr val="000000"/>
                </a:solidFill>
                <a:latin typeface="仿宋"/>
                <a:ea typeface="仿宋"/>
              </a:endParaRPr>
            </a:p>
          </p:txBody>
        </p:sp>
        <p:sp>
          <p:nvSpPr>
            <p:cNvPr id="258" name="上箭头 26"/>
            <p:cNvSpPr/>
            <p:nvPr/>
          </p:nvSpPr>
          <p:spPr>
            <a:xfrm>
              <a:off x="7312" y="6660"/>
              <a:ext cx="1023" cy="681"/>
            </a:xfrm>
            <a:prstGeom prst="upArrow">
              <a:avLst>
                <a:gd name="adj1" fmla="val 50000"/>
                <a:gd name="adj2" fmla="val 50000"/>
              </a:avLst>
            </a:prstGeom>
            <a:gradFill rotWithShape="true">
              <a:gsLst>
                <a:gs pos="0">
                  <a:srgbClr val="FFDD9C"/>
                </a:gs>
                <a:gs pos="50000">
                  <a:srgbClr val="FFD78E"/>
                </a:gs>
                <a:gs pos="100000">
                  <a:srgbClr val="FFD479"/>
                </a:gs>
              </a:gsLst>
              <a:lin ang="5400000" scaled="false"/>
            </a:gradFill>
            <a:ln w="6350">
              <a:solidFill>
                <a:srgbClr val="FFC000"/>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000000"/>
                </a:solidFill>
                <a:latin typeface="微软雅黑"/>
                <a:ea typeface="微软雅黑"/>
              </a:endParaRPr>
            </a:p>
          </p:txBody>
        </p:sp>
        <p:sp>
          <p:nvSpPr>
            <p:cNvPr id="259" name="文本框 27"/>
            <p:cNvSpPr/>
            <p:nvPr/>
          </p:nvSpPr>
          <p:spPr>
            <a:xfrm>
              <a:off x="6633" y="7340"/>
              <a:ext cx="2395" cy="64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仿宋"/>
                  <a:ea typeface="仿宋"/>
                </a:rPr>
                <a:t>触发合约</a:t>
              </a:r>
              <a:endParaRPr lang="zh-CN">
                <a:latin typeface="仿宋"/>
                <a:ea typeface="仿宋"/>
              </a:endParaRPr>
            </a:p>
          </p:txBody>
        </p:sp>
        <p:sp>
          <p:nvSpPr>
            <p:cNvPr id="260" name="椭圆 28"/>
            <p:cNvSpPr/>
            <p:nvPr/>
          </p:nvSpPr>
          <p:spPr>
            <a:xfrm>
              <a:off x="6404" y="5977"/>
              <a:ext cx="1376" cy="436"/>
            </a:xfrm>
            <a:prstGeom prst="ellipse"/>
            <a:gradFill rotWithShape="true">
              <a:gsLst>
                <a:gs pos="0">
                  <a:srgbClr val="A8B7DF"/>
                </a:gs>
                <a:gs pos="50000">
                  <a:srgbClr val="9AABD9"/>
                </a:gs>
                <a:gs pos="100000">
                  <a:srgbClr val="879ED7"/>
                </a:gs>
              </a:gsLst>
              <a:lin ang="5400000" scaled="false"/>
            </a:gradFill>
            <a:ln w="6350">
              <a:solidFill>
                <a:schemeClr val="accent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r>
                <a:rPr lang="en-US" sz="1400">
                  <a:solidFill>
                    <a:srgbClr val="000000"/>
                  </a:solidFill>
                  <a:latin typeface="仿宋"/>
                  <a:ea typeface="仿宋"/>
                </a:rPr>
                <a:t>仲裁</a:t>
              </a:r>
              <a:endParaRPr lang="en-US" sz="1400">
                <a:solidFill>
                  <a:srgbClr val="000000"/>
                </a:solidFill>
                <a:latin typeface="仿宋"/>
                <a:ea typeface="仿宋"/>
              </a:endParaRPr>
            </a:p>
          </p:txBody>
        </p:sp>
        <p:sp>
          <p:nvSpPr>
            <p:cNvPr id="261" name="文本框 29"/>
            <p:cNvSpPr/>
            <p:nvPr/>
          </p:nvSpPr>
          <p:spPr>
            <a:xfrm>
              <a:off x="5613" y="5298"/>
              <a:ext cx="2785" cy="64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仿宋"/>
                  <a:ea typeface="仿宋"/>
                </a:rPr>
                <a:t>区块链网络</a:t>
              </a:r>
              <a:endParaRPr lang="zh-CN">
                <a:latin typeface="仿宋"/>
                <a:ea typeface="仿宋"/>
              </a:endParaRPr>
            </a:p>
          </p:txBody>
        </p:sp>
        <p:sp>
          <p:nvSpPr>
            <p:cNvPr id="262" name="文本框 30"/>
            <p:cNvSpPr/>
            <p:nvPr/>
          </p:nvSpPr>
          <p:spPr>
            <a:xfrm>
              <a:off x="283" y="6658"/>
              <a:ext cx="2785" cy="64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仿宋"/>
                  <a:ea typeface="仿宋"/>
                </a:rPr>
                <a:t>区块链网络</a:t>
              </a:r>
              <a:endParaRPr lang="zh-CN">
                <a:latin typeface="仿宋"/>
                <a:ea typeface="仿宋"/>
              </a:endParaRPr>
            </a:p>
          </p:txBody>
        </p:sp>
        <p:sp>
          <p:nvSpPr>
            <p:cNvPr id="263" name="下箭头 31"/>
            <p:cNvSpPr/>
            <p:nvPr/>
          </p:nvSpPr>
          <p:spPr>
            <a:xfrm>
              <a:off x="1871" y="6089"/>
              <a:ext cx="1020" cy="394"/>
            </a:xfrm>
            <a:prstGeom prst="downArrow">
              <a:avLst>
                <a:gd name="adj1" fmla="val 50000"/>
                <a:gd name="adj2" fmla="val 50000"/>
              </a:avLst>
            </a:prstGeom>
            <a:gradFill rotWithShape="true">
              <a:gsLst>
                <a:gs pos="0">
                  <a:srgbClr val="9B9B9B"/>
                </a:gs>
                <a:gs pos="50000">
                  <a:srgbClr val="8E8E8E"/>
                </a:gs>
                <a:gs pos="100000">
                  <a:srgbClr val="797979"/>
                </a:gs>
              </a:gsLst>
              <a:lin ang="5400000" scaled="false"/>
            </a:gradFill>
            <a:ln w="6350">
              <a:solidFill>
                <a:schemeClr val="tx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000000"/>
                </a:solidFill>
                <a:latin typeface="微软雅黑"/>
                <a:ea typeface="微软雅黑"/>
              </a:endParaRPr>
            </a:p>
          </p:txBody>
        </p:sp>
        <p:sp>
          <p:nvSpPr>
            <p:cNvPr id="264" name="右箭头 32"/>
            <p:cNvSpPr/>
            <p:nvPr/>
          </p:nvSpPr>
          <p:spPr>
            <a:xfrm>
              <a:off x="4816" y="6092"/>
              <a:ext cx="680" cy="1021"/>
            </a:xfrm>
            <a:prstGeom prst="rightArrow">
              <a:avLst>
                <a:gd name="adj1" fmla="val 50000"/>
                <a:gd name="adj2" fmla="val 50000"/>
              </a:avLst>
            </a:prstGeom>
            <a:gradFill rotWithShape="true">
              <a:gsLst>
                <a:gs pos="0">
                  <a:srgbClr val="71A6DB"/>
                </a:gs>
                <a:gs pos="50000">
                  <a:srgbClr val="559BDB"/>
                </a:gs>
                <a:gs pos="100000">
                  <a:srgbClr val="438AC9"/>
                </a:gs>
              </a:gsLst>
              <a:lin ang="5400000" scaled="false"/>
            </a:gradFill>
            <a:ln>
              <a:noFill/>
              <a:miter lim="800000"/>
            </a:ln>
            <a:effectLst>
              <a:outerShdw blurRad="57150" dist="19050" dir="5400000" algn="ctr">
                <a:srgbClr val="000000">
                  <a:alpha val="62999"/>
                </a:srgbClr>
              </a:outerShdw>
            </a:effectLst>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FFFFFF"/>
                </a:solidFill>
                <a:latin typeface="微软雅黑"/>
                <a:ea typeface="微软雅黑"/>
              </a:endParaRPr>
            </a:p>
          </p:txBody>
        </p:sp>
        <p:sp>
          <p:nvSpPr>
            <p:cNvPr id="265" name="椭圆 33"/>
            <p:cNvSpPr/>
            <p:nvPr/>
          </p:nvSpPr>
          <p:spPr>
            <a:xfrm>
              <a:off x="2891" y="6657"/>
              <a:ext cx="1374" cy="436"/>
            </a:xfrm>
            <a:prstGeom prst="ellipse"/>
            <a:gradFill rotWithShape="true">
              <a:gsLst>
                <a:gs pos="0">
                  <a:srgbClr val="A8B7DF"/>
                </a:gs>
                <a:gs pos="50000">
                  <a:srgbClr val="9AABD9"/>
                </a:gs>
                <a:gs pos="100000">
                  <a:srgbClr val="879ED7"/>
                </a:gs>
              </a:gsLst>
              <a:lin ang="5400000" scaled="false"/>
            </a:gradFill>
            <a:ln w="6350">
              <a:solidFill>
                <a:schemeClr val="accent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800">
                  <a:solidFill>
                    <a:srgbClr val="000000"/>
                  </a:solidFill>
                  <a:latin typeface="仿宋"/>
                  <a:ea typeface="仿宋"/>
                </a:rPr>
                <a:t>合约代码</a:t>
              </a:r>
              <a:endParaRPr lang="en-US" sz="800">
                <a:solidFill>
                  <a:srgbClr val="000000"/>
                </a:solidFill>
                <a:latin typeface="仿宋"/>
                <a:ea typeface="仿宋"/>
              </a:endParaRPr>
            </a:p>
          </p:txBody>
        </p:sp>
        <p:sp>
          <p:nvSpPr>
            <p:cNvPr id="266" name="椭圆 34"/>
            <p:cNvSpPr/>
            <p:nvPr/>
          </p:nvSpPr>
          <p:spPr>
            <a:xfrm>
              <a:off x="2891" y="7341"/>
              <a:ext cx="1374" cy="433"/>
            </a:xfrm>
            <a:prstGeom prst="ellipse"/>
            <a:gradFill rotWithShape="true">
              <a:gsLst>
                <a:gs pos="0">
                  <a:srgbClr val="A8B7DF"/>
                </a:gs>
                <a:gs pos="50000">
                  <a:srgbClr val="9AABD9"/>
                </a:gs>
                <a:gs pos="100000">
                  <a:srgbClr val="879ED7"/>
                </a:gs>
              </a:gsLst>
              <a:lin ang="5400000" scaled="false"/>
            </a:gradFill>
            <a:ln w="6350">
              <a:solidFill>
                <a:schemeClr val="accent1"/>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800">
                  <a:solidFill>
                    <a:srgbClr val="000000"/>
                  </a:solidFill>
                  <a:latin typeface="仿宋"/>
                  <a:ea typeface="仿宋"/>
                </a:rPr>
                <a:t>链上数据</a:t>
              </a:r>
              <a:endParaRPr lang="en-US" sz="800">
                <a:solidFill>
                  <a:srgbClr val="000000"/>
                </a:solidFill>
                <a:latin typeface="仿宋"/>
                <a:ea typeface="仿宋"/>
              </a:endParaRPr>
            </a:p>
          </p:txBody>
        </p:sp>
        <p:sp>
          <p:nvSpPr>
            <p:cNvPr id="267" name="下箭头 35"/>
            <p:cNvSpPr/>
            <p:nvPr/>
          </p:nvSpPr>
          <p:spPr>
            <a:xfrm>
              <a:off x="3346" y="7113"/>
              <a:ext cx="565" cy="225"/>
            </a:xfrm>
            <a:prstGeom prst="downArrow">
              <a:avLst>
                <a:gd name="adj1" fmla="val 50000"/>
                <a:gd name="adj2" fmla="val 50000"/>
              </a:avLst>
            </a:prstGeom>
            <a:gradFill rotWithShape="true">
              <a:gsLst>
                <a:gs pos="0">
                  <a:srgbClr val="AFAFAF"/>
                </a:gs>
                <a:gs pos="50000">
                  <a:srgbClr val="A5A5A5"/>
                </a:gs>
                <a:gs pos="100000">
                  <a:srgbClr val="929292"/>
                </a:gs>
              </a:gsLst>
              <a:lin ang="5400000" scaled="false"/>
            </a:gradFill>
            <a:ln w="6350">
              <a:solidFill>
                <a:srgbClr val="A5A5A5"/>
              </a:solid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FontTx/>
              </a:pPr>
              <a:endParaRPr lang="en-US" sz="1600">
                <a:solidFill>
                  <a:srgbClr val="FFFFFF"/>
                </a:solidFill>
                <a:latin typeface="微软雅黑"/>
                <a:ea typeface="微软雅黑"/>
              </a:endParaRPr>
            </a:p>
          </p:txBody>
        </p:sp>
        <p:sp>
          <p:nvSpPr>
            <p:cNvPr id="268" name="矩形 48"/>
            <p:cNvSpPr/>
            <p:nvPr/>
          </p:nvSpPr>
          <p:spPr>
            <a:xfrm>
              <a:off x="5952" y="2802"/>
              <a:ext cx="3967" cy="1692"/>
            </a:xfrm>
            <a:prstGeom prst="rect"/>
            <a:solidFill>
              <a:srgbClr val="2192E5">
                <a:alpha val="14902"/>
              </a:srgbClr>
            </a:solidFill>
            <a:ln w="12700">
              <a:noFill/>
              <a:miter lim="800000"/>
            </a:ln>
          </p:spPr>
          <p:txBody>
            <a:bodyPr lIns="137160" tIns="102870" rIns="102870" bIns="10287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450"/>
                </a:spcBef>
              </a:pPr>
              <a:endParaRPr lang="zh-CN" sz="1500" b="true">
                <a:solidFill>
                  <a:schemeClr val="bg1"/>
                </a:solidFill>
                <a:latin typeface="微软雅黑"/>
                <a:ea typeface="微软雅黑"/>
              </a:endParaRPr>
            </a:p>
          </p:txBody>
        </p:sp>
        <p:sp>
          <p:nvSpPr>
            <p:cNvPr id="269" name="矩形 49"/>
            <p:cNvSpPr/>
            <p:nvPr/>
          </p:nvSpPr>
          <p:spPr>
            <a:xfrm>
              <a:off x="830" y="2532"/>
              <a:ext cx="3970" cy="1932"/>
            </a:xfrm>
            <a:prstGeom prst="rect"/>
            <a:solidFill>
              <a:srgbClr val="2192E5">
                <a:alpha val="14902"/>
              </a:srgbClr>
            </a:solidFill>
            <a:ln w="12700">
              <a:noFill/>
              <a:miter lim="800000"/>
            </a:ln>
          </p:spPr>
          <p:txBody>
            <a:bodyPr lIns="137160" tIns="102870" rIns="102870" bIns="10287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450"/>
                </a:spcBef>
              </a:pPr>
              <a:endParaRPr lang="zh-CN" sz="1500" b="true">
                <a:solidFill>
                  <a:schemeClr val="bg1"/>
                </a:solidFill>
                <a:latin typeface="微软雅黑"/>
                <a:ea typeface="微软雅黑"/>
              </a:endParaRPr>
            </a:p>
          </p:txBody>
        </p:sp>
        <p:sp>
          <p:nvSpPr>
            <p:cNvPr id="270" name="矩形 50"/>
            <p:cNvSpPr/>
            <p:nvPr/>
          </p:nvSpPr>
          <p:spPr>
            <a:xfrm>
              <a:off x="850" y="2235"/>
              <a:ext cx="3967" cy="427"/>
            </a:xfrm>
            <a:prstGeom prst="rect"/>
            <a:solidFill>
              <a:srgbClr val="53C6EA"/>
            </a:solidFill>
            <a:ln w="12700">
              <a:noFill/>
              <a:miter lim="800000"/>
            </a:ln>
          </p:spPr>
          <p:txBody>
            <a:bodyPr lIns="137160" tIns="102870" rIns="102870" bIns="10287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450"/>
                </a:spcBef>
              </a:pPr>
              <a:r>
                <a:rPr lang="zh-CN" sz="1500" b="true">
                  <a:solidFill>
                    <a:schemeClr val="bg1"/>
                  </a:solidFill>
                  <a:latin typeface="微软雅黑"/>
                  <a:ea typeface="微软雅黑"/>
                </a:rPr>
                <a:t>单一应用：比特币</a:t>
              </a:r>
              <a:endParaRPr lang="zh-CN" sz="1500" b="true">
                <a:solidFill>
                  <a:schemeClr val="bg1"/>
                </a:solidFill>
                <a:latin typeface="微软雅黑"/>
                <a:ea typeface="微软雅黑"/>
              </a:endParaRPr>
            </a:p>
          </p:txBody>
        </p:sp>
        <p:sp>
          <p:nvSpPr>
            <p:cNvPr id="271" name="矩形 51"/>
            <p:cNvSpPr/>
            <p:nvPr/>
          </p:nvSpPr>
          <p:spPr>
            <a:xfrm>
              <a:off x="5952" y="2235"/>
              <a:ext cx="3967" cy="567"/>
            </a:xfrm>
            <a:prstGeom prst="rect"/>
            <a:solidFill>
              <a:srgbClr val="2292E4"/>
            </a:solidFill>
            <a:ln w="12700">
              <a:noFill/>
              <a:miter lim="800000"/>
            </a:ln>
          </p:spPr>
          <p:txBody>
            <a:bodyPr lIns="137160" tIns="102870" rIns="102870" bIns="10287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450"/>
                </a:spcBef>
              </a:pPr>
              <a:r>
                <a:rPr lang="zh-CN" sz="1500" b="true">
                  <a:solidFill>
                    <a:schemeClr val="bg1"/>
                  </a:solidFill>
                  <a:latin typeface="微软雅黑"/>
                  <a:ea typeface="微软雅黑"/>
                </a:rPr>
                <a:t>场景编程：智能合约</a:t>
              </a:r>
              <a:endParaRPr lang="zh-CN" sz="1500" b="true">
                <a:solidFill>
                  <a:schemeClr val="bg1"/>
                </a:solidFill>
                <a:latin typeface="微软雅黑"/>
                <a:ea typeface="微软雅黑"/>
              </a:endParaRPr>
            </a:p>
          </p:txBody>
        </p:sp>
        <p:sp>
          <p:nvSpPr>
            <p:cNvPr id="272" name="TextBox 6"/>
            <p:cNvSpPr/>
            <p:nvPr/>
          </p:nvSpPr>
          <p:spPr>
            <a:xfrm>
              <a:off x="1058" y="2648"/>
              <a:ext cx="3597" cy="16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200000"/>
                </a:lnSpc>
                <a:buClr>
                  <a:srgbClr val="7F7F7F"/>
                </a:buClr>
              </a:pPr>
              <a:r>
                <a:rPr lang="zh-CN" sz="1400" b="true">
                  <a:solidFill>
                    <a:srgbClr val="262626"/>
                  </a:solidFill>
                  <a:latin typeface="微软雅黑"/>
                  <a:ea typeface="微软雅黑"/>
                </a:rPr>
                <a:t>共享账本</a:t>
              </a:r>
              <a:endParaRPr lang="en-US" sz="1400" b="true">
                <a:solidFill>
                  <a:srgbClr val="262626"/>
                </a:solidFill>
                <a:latin typeface="微软雅黑"/>
                <a:ea typeface="微软雅黑"/>
              </a:endParaRPr>
            </a:p>
            <a:p>
              <a:pPr marL="0" lvl="0" indent="0" algn="ctr">
                <a:lnSpc>
                  <a:spcPct val="200000"/>
                </a:lnSpc>
                <a:buClr>
                  <a:srgbClr val="7F7F7F"/>
                </a:buClr>
              </a:pPr>
              <a:r>
                <a:rPr lang="zh-CN" sz="1400" b="true">
                  <a:solidFill>
                    <a:srgbClr val="262626"/>
                  </a:solidFill>
                  <a:latin typeface="微软雅黑"/>
                  <a:ea typeface="微软雅黑"/>
                </a:rPr>
                <a:t>不可篡改</a:t>
              </a:r>
              <a:endParaRPr lang="zh-CN" sz="1400" b="true">
                <a:solidFill>
                  <a:srgbClr val="262626"/>
                </a:solidFill>
                <a:latin typeface="微软雅黑"/>
                <a:ea typeface="微软雅黑"/>
              </a:endParaRPr>
            </a:p>
          </p:txBody>
        </p:sp>
        <p:sp>
          <p:nvSpPr>
            <p:cNvPr id="273" name="TextBox 8"/>
            <p:cNvSpPr/>
            <p:nvPr/>
          </p:nvSpPr>
          <p:spPr>
            <a:xfrm>
              <a:off x="6293" y="2690"/>
              <a:ext cx="3475" cy="16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200000"/>
                </a:lnSpc>
                <a:buClr>
                  <a:srgbClr val="7F7F7F"/>
                </a:buClr>
              </a:pPr>
              <a:r>
                <a:rPr lang="zh-CN" sz="1400" b="true">
                  <a:solidFill>
                    <a:srgbClr val="262626"/>
                  </a:solidFill>
                  <a:latin typeface="微软雅黑"/>
                  <a:ea typeface="微软雅黑"/>
                </a:rPr>
                <a:t>世界计算机，耗时耗能</a:t>
              </a:r>
              <a:endParaRPr lang="en-US" sz="1400" b="true">
                <a:solidFill>
                  <a:srgbClr val="262626"/>
                </a:solidFill>
                <a:latin typeface="微软雅黑"/>
                <a:ea typeface="微软雅黑"/>
              </a:endParaRPr>
            </a:p>
            <a:p>
              <a:pPr marL="0" lvl="0" indent="0" algn="ctr">
                <a:lnSpc>
                  <a:spcPct val="200000"/>
                </a:lnSpc>
                <a:buClr>
                  <a:srgbClr val="7F7F7F"/>
                </a:buClr>
              </a:pPr>
              <a:r>
                <a:rPr lang="zh-CN" sz="1400" b="true">
                  <a:solidFill>
                    <a:srgbClr val="262626"/>
                  </a:solidFill>
                  <a:latin typeface="微软雅黑"/>
                  <a:ea typeface="微软雅黑"/>
                </a:rPr>
                <a:t>支持去中心化应用开发</a:t>
              </a:r>
              <a:endParaRPr lang="en-US" sz="1400" b="true">
                <a:solidFill>
                  <a:srgbClr val="262626"/>
                </a:solidFill>
                <a:latin typeface="微软雅黑"/>
                <a:ea typeface="微软雅黑"/>
              </a:endParaRPr>
            </a:p>
          </p:txBody>
        </p:sp>
        <p:sp>
          <p:nvSpPr>
            <p:cNvPr id="274" name="矩形 54"/>
            <p:cNvSpPr/>
            <p:nvPr/>
          </p:nvSpPr>
          <p:spPr>
            <a:xfrm>
              <a:off x="605" y="4575"/>
              <a:ext cx="3967" cy="405"/>
            </a:xfrm>
            <a:prstGeom prst="rect"/>
            <a:solidFill>
              <a:srgbClr val="A6A6A6">
                <a:alpha val="0"/>
              </a:srgbClr>
            </a:solidFill>
            <a:ln w="12700">
              <a:noFill/>
              <a:miter lim="800000"/>
            </a:ln>
          </p:spPr>
          <p:txBody>
            <a:bodyPr lIns="137160" tIns="102870" rIns="102870" bIns="10287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450"/>
                </a:spcBef>
              </a:pPr>
              <a:r>
                <a:rPr lang="zh-CN" sz="1200">
                  <a:solidFill>
                    <a:srgbClr val="202020"/>
                  </a:solidFill>
                  <a:latin typeface="微软雅黑"/>
                  <a:ea typeface="微软雅黑"/>
                </a:rPr>
                <a:t>不支持应用开发</a:t>
              </a:r>
              <a:endParaRPr lang="zh-CN" sz="1200">
                <a:solidFill>
                  <a:srgbClr val="202020"/>
                </a:solidFill>
                <a:latin typeface="微软雅黑"/>
                <a:ea typeface="微软雅黑"/>
              </a:endParaRPr>
            </a:p>
          </p:txBody>
        </p:sp>
        <p:sp>
          <p:nvSpPr>
            <p:cNvPr id="275" name="矩形 58"/>
            <p:cNvSpPr/>
            <p:nvPr/>
          </p:nvSpPr>
          <p:spPr>
            <a:xfrm>
              <a:off x="5592" y="4460"/>
              <a:ext cx="3970" cy="407"/>
            </a:xfrm>
            <a:prstGeom prst="rect"/>
            <a:solidFill>
              <a:srgbClr val="A6A6A6">
                <a:alpha val="0"/>
              </a:srgbClr>
            </a:solidFill>
            <a:ln w="12700">
              <a:noFill/>
              <a:miter lim="800000"/>
            </a:ln>
          </p:spPr>
          <p:txBody>
            <a:bodyPr lIns="137160" tIns="102870" rIns="102870" bIns="102870"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90000"/>
                </a:lnSpc>
                <a:spcBef>
                  <a:spcPts val="450"/>
                </a:spcBef>
              </a:pPr>
              <a:r>
                <a:rPr lang="en-US" sz="1200">
                  <a:solidFill>
                    <a:srgbClr val="202020"/>
                  </a:solidFill>
                  <a:latin typeface="微软雅黑"/>
                  <a:ea typeface="微软雅黑"/>
                </a:rPr>
                <a:t>Dapp</a:t>
              </a:r>
              <a:endParaRPr lang="en-US" sz="1200">
                <a:solidFill>
                  <a:srgbClr val="202020"/>
                </a:solidFill>
                <a:latin typeface="微软雅黑"/>
                <a:ea typeface="微软雅黑"/>
              </a:endParaRPr>
            </a:p>
          </p:txBody>
        </p:sp>
        <p:sp>
          <p:nvSpPr>
            <p:cNvPr id="276" name="文本框 59"/>
            <p:cNvSpPr/>
            <p:nvPr/>
          </p:nvSpPr>
          <p:spPr>
            <a:xfrm>
              <a:off x="2665" y="6090"/>
              <a:ext cx="1098" cy="43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000">
                  <a:latin typeface="仿宋"/>
                  <a:ea typeface="仿宋"/>
                </a:rPr>
                <a:t>上链</a:t>
              </a:r>
              <a:endParaRPr lang="zh-CN" sz="1000">
                <a:latin typeface="仿宋"/>
                <a:ea typeface="仿宋"/>
              </a:endParaRPr>
            </a:p>
          </p:txBody>
        </p:sp>
      </p:grpSp>
      <p:sp>
        <p:nvSpPr>
          <p:cNvPr id="277" name="文本框 60"/>
          <p:cNvSpPr/>
          <p:nvPr/>
        </p:nvSpPr>
        <p:spPr>
          <a:xfrm>
            <a:off x="6227763" y="3508375"/>
            <a:ext cx="2378075" cy="944563"/>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400">
                <a:latin typeface="仿宋"/>
                <a:ea typeface="仿宋"/>
              </a:rPr>
              <a:t>通过智能合约，可以放心的在任何时间地点通过部署了</a:t>
            </a:r>
            <a:r>
              <a:rPr lang="en-US" sz="1400">
                <a:latin typeface="仿宋"/>
                <a:ea typeface="仿宋"/>
              </a:rPr>
              <a:t>“</a:t>
            </a:r>
            <a:r>
              <a:rPr lang="zh-CN" sz="1400">
                <a:latin typeface="仿宋"/>
                <a:ea typeface="仿宋"/>
              </a:rPr>
              <a:t>可乐准则</a:t>
            </a:r>
            <a:r>
              <a:rPr lang="en-US" sz="1400">
                <a:latin typeface="仿宋"/>
                <a:ea typeface="仿宋"/>
              </a:rPr>
              <a:t>”</a:t>
            </a:r>
            <a:r>
              <a:rPr lang="zh-CN" sz="1400">
                <a:latin typeface="仿宋"/>
                <a:ea typeface="仿宋"/>
              </a:rPr>
              <a:t>的贩卖机购买可乐了</a:t>
            </a:r>
            <a:endParaRPr lang="zh-CN" sz="1400">
              <a:latin typeface="仿宋"/>
              <a:ea typeface="仿宋"/>
            </a:endParaRPr>
          </a:p>
        </p:txBody>
      </p:sp>
      <p:sp>
        <p:nvSpPr>
          <p:cNvPr id="278" name="文本框 61"/>
          <p:cNvSpPr/>
          <p:nvPr/>
        </p:nvSpPr>
        <p:spPr>
          <a:xfrm>
            <a:off x="6156325" y="1563688"/>
            <a:ext cx="2879725" cy="163512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SzPct val="80000"/>
            </a:pPr>
            <a:r>
              <a:rPr lang="zh-CN">
                <a:latin typeface="微软雅黑"/>
                <a:ea typeface="微软雅黑"/>
              </a:rPr>
              <a:t>代码即法律</a:t>
            </a:r>
            <a:endParaRPr lang="zh-CN">
              <a:latin typeface="微软雅黑"/>
              <a:ea typeface="微软雅黑"/>
            </a:endParaRPr>
          </a:p>
          <a:p>
            <a:pPr marL="285750" lvl="0" indent="-285750">
              <a:buSzPct val="80000"/>
            </a:pPr>
            <a:endParaRPr lang="zh-CN">
              <a:latin typeface="微软雅黑"/>
              <a:ea typeface="微软雅黑"/>
            </a:endParaRPr>
          </a:p>
          <a:p>
            <a:pPr marL="285750" lvl="0" indent="-285750">
              <a:buSzPct val="80000"/>
              <a:buChar char="Ø"/>
            </a:pPr>
            <a:r>
              <a:rPr lang="zh-CN" sz="1600">
                <a:latin typeface="仿宋"/>
                <a:ea typeface="仿宋"/>
              </a:rPr>
              <a:t>合同约定上链，全网公证</a:t>
            </a:r>
            <a:endParaRPr lang="zh-CN" sz="1600">
              <a:latin typeface="仿宋"/>
              <a:ea typeface="仿宋"/>
            </a:endParaRPr>
          </a:p>
          <a:p>
            <a:pPr marL="285750" lvl="0" indent="-285750">
              <a:buSzPct val="80000"/>
              <a:buChar char="Ø"/>
            </a:pPr>
            <a:endParaRPr lang="zh-CN" sz="1400">
              <a:latin typeface="仿宋"/>
              <a:ea typeface="仿宋"/>
            </a:endParaRPr>
          </a:p>
          <a:p>
            <a:pPr marL="285750" lvl="0" indent="-285750">
              <a:buSzPct val="80000"/>
              <a:buChar char="Ø"/>
            </a:pPr>
            <a:r>
              <a:rPr lang="zh-CN" sz="1600">
                <a:latin typeface="仿宋"/>
                <a:ea typeface="仿宋"/>
              </a:rPr>
              <a:t>触发合约全网见证执行</a:t>
            </a:r>
            <a:endParaRPr lang="zh-CN" sz="1600">
              <a:latin typeface="仿宋"/>
              <a:ea typeface="仿宋"/>
            </a:endParaRPr>
          </a:p>
          <a:p>
            <a:pPr marL="285750" lvl="0" indent="-285750">
              <a:buSzPct val="80000"/>
            </a:pPr>
            <a:endParaRPr lang="zh-CN">
              <a:latin typeface="微软雅黑"/>
              <a:ea typeface="微软雅黑"/>
            </a:endParaRPr>
          </a:p>
        </p:txBody>
      </p:sp>
      <p:sp>
        <p:nvSpPr>
          <p:cNvPr id="279" name="文本框 62"/>
          <p:cNvSpPr/>
          <p:nvPr/>
        </p:nvSpPr>
        <p:spPr>
          <a:xfrm>
            <a:off x="460375" y="627063"/>
            <a:ext cx="4413250" cy="38576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a:latin typeface="微软雅黑"/>
                <a:ea typeface="微软雅黑"/>
              </a:rPr>
              <a:t>在以太坊网络中提出了智能合约的概念</a:t>
            </a:r>
            <a:endParaRPr lang="zh-CN">
              <a:latin typeface="微软雅黑"/>
              <a:ea typeface="微软雅黑"/>
            </a:endParaRPr>
          </a:p>
        </p:txBody>
      </p:sp>
    </p:spTree>
  </p:cSld>
  <p:clrMapOvr>
    <a:masterClrMapping/>
  </p:clrMapOvr>
</p:sld>
</file>

<file path=ppt/slides/slide18.xml><?xml version="1.0" encoding="utf-8"?>
<p:sld xmlns:a="http://schemas.openxmlformats.org/drawingml/2006/main" xmlns:p="http://schemas.openxmlformats.org/presentationml/2006/main">
  <p:cSld>
    <p:spTree>
      <p:nvGrpSpPr>
        <p:cNvPr id="280" name=""/>
        <p:cNvGrpSpPr/>
        <p:nvPr/>
      </p:nvGrpSpPr>
      <p:grpSpPr>
        <a:xfrm>
          <a:off x="0" y="0"/>
          <a:ext cx="0" cy="0"/>
          <a:chOff x="0" y="0"/>
          <a:chExt cx="0" cy="0"/>
        </a:xfrm>
      </p:grpSpPr>
      <p:sp>
        <p:nvSpPr>
          <p:cNvPr id="281" name="椭圆 21"/>
          <p:cNvSpPr/>
          <p:nvPr/>
        </p:nvSpPr>
        <p:spPr>
          <a:xfrm>
            <a:off x="2633663" y="2894013"/>
            <a:ext cx="3844925" cy="3865562"/>
          </a:xfrm>
          <a:prstGeom prst="ellipse"/>
          <a:noFill/>
          <a:ln w="25400">
            <a:solidFill>
              <a:srgbClr val="2492E5"/>
            </a:solid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SzPct val="80000"/>
              <a:buNone/>
            </a:pPr>
            <a:endParaRPr lang="en-US" sz="3300" b="true">
              <a:solidFill>
                <a:schemeClr val="bg1"/>
              </a:solidFill>
              <a:latin typeface="腾讯体 W7"/>
              <a:ea typeface="腾讯体 W7"/>
            </a:endParaRPr>
          </a:p>
        </p:txBody>
      </p:sp>
      <p:sp>
        <p:nvSpPr>
          <p:cNvPr id="282" name="椭圆 2"/>
          <p:cNvSpPr>
            <a:spLocks noChangeAspect="true"/>
          </p:cNvSpPr>
          <p:nvPr/>
        </p:nvSpPr>
        <p:spPr>
          <a:xfrm>
            <a:off x="2430463" y="4156075"/>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SzPct val="80000"/>
              <a:buNone/>
            </a:pPr>
            <a:r>
              <a:rPr lang="en-US" sz="1800" b="true">
                <a:solidFill>
                  <a:schemeClr val="bg1"/>
                </a:solidFill>
                <a:latin typeface="微软雅黑"/>
                <a:ea typeface="微软雅黑"/>
              </a:rPr>
              <a:t>1</a:t>
            </a:r>
            <a:endParaRPr lang="en-US" sz="1800" b="true">
              <a:solidFill>
                <a:schemeClr val="bg1"/>
              </a:solidFill>
              <a:latin typeface="微软雅黑"/>
              <a:ea typeface="微软雅黑"/>
            </a:endParaRPr>
          </a:p>
        </p:txBody>
      </p:sp>
      <p:sp>
        <p:nvSpPr>
          <p:cNvPr id="283" name="椭圆 3"/>
          <p:cNvSpPr>
            <a:spLocks noChangeAspect="true"/>
          </p:cNvSpPr>
          <p:nvPr/>
        </p:nvSpPr>
        <p:spPr>
          <a:xfrm>
            <a:off x="2900363" y="3187700"/>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SzPct val="80000"/>
              <a:buNone/>
            </a:pPr>
            <a:r>
              <a:rPr lang="en-US" sz="1800" b="true">
                <a:solidFill>
                  <a:schemeClr val="bg1"/>
                </a:solidFill>
                <a:latin typeface="微软雅黑"/>
                <a:ea typeface="微软雅黑"/>
              </a:rPr>
              <a:t>2</a:t>
            </a:r>
            <a:endParaRPr lang="en-US" sz="1800" b="true">
              <a:solidFill>
                <a:schemeClr val="bg1"/>
              </a:solidFill>
              <a:latin typeface="微软雅黑"/>
              <a:ea typeface="微软雅黑"/>
            </a:endParaRPr>
          </a:p>
        </p:txBody>
      </p:sp>
      <p:sp>
        <p:nvSpPr>
          <p:cNvPr id="284" name="椭圆 4"/>
          <p:cNvSpPr>
            <a:spLocks noChangeAspect="true"/>
          </p:cNvSpPr>
          <p:nvPr/>
        </p:nvSpPr>
        <p:spPr>
          <a:xfrm>
            <a:off x="4287838" y="2655888"/>
            <a:ext cx="536575"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SzPct val="80000"/>
              <a:buNone/>
            </a:pPr>
            <a:r>
              <a:rPr lang="en-US" sz="1800" b="true">
                <a:solidFill>
                  <a:schemeClr val="bg1"/>
                </a:solidFill>
                <a:latin typeface="微软雅黑"/>
                <a:ea typeface="微软雅黑"/>
              </a:rPr>
              <a:t>3</a:t>
            </a:r>
            <a:endParaRPr lang="en-US" sz="1800" b="true">
              <a:solidFill>
                <a:schemeClr val="bg1"/>
              </a:solidFill>
              <a:latin typeface="微软雅黑"/>
              <a:ea typeface="微软雅黑"/>
            </a:endParaRPr>
          </a:p>
        </p:txBody>
      </p:sp>
      <p:sp>
        <p:nvSpPr>
          <p:cNvPr id="285" name="椭圆 5"/>
          <p:cNvSpPr>
            <a:spLocks noChangeAspect="true"/>
          </p:cNvSpPr>
          <p:nvPr/>
        </p:nvSpPr>
        <p:spPr>
          <a:xfrm>
            <a:off x="5705475" y="3187700"/>
            <a:ext cx="539750"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SzPct val="80000"/>
              <a:buNone/>
            </a:pPr>
            <a:r>
              <a:rPr lang="en-US" sz="1800" b="true">
                <a:solidFill>
                  <a:schemeClr val="bg1"/>
                </a:solidFill>
                <a:latin typeface="微软雅黑"/>
                <a:ea typeface="微软雅黑"/>
              </a:rPr>
              <a:t>4</a:t>
            </a:r>
            <a:endParaRPr lang="en-US" sz="1800" b="true">
              <a:solidFill>
                <a:schemeClr val="bg1"/>
              </a:solidFill>
              <a:latin typeface="微软雅黑"/>
              <a:ea typeface="微软雅黑"/>
            </a:endParaRPr>
          </a:p>
        </p:txBody>
      </p:sp>
      <p:sp>
        <p:nvSpPr>
          <p:cNvPr id="286" name="椭圆 6"/>
          <p:cNvSpPr>
            <a:spLocks noChangeAspect="true"/>
          </p:cNvSpPr>
          <p:nvPr/>
        </p:nvSpPr>
        <p:spPr>
          <a:xfrm>
            <a:off x="6143625" y="4156075"/>
            <a:ext cx="538163" cy="539750"/>
          </a:xfrm>
          <a:prstGeom prst="ellipse"/>
          <a:solidFill>
            <a:srgbClr val="2392E4"/>
          </a:solidFill>
          <a:ln w="25400">
            <a:noFill/>
            <a:miter lim="800000"/>
          </a:ln>
        </p:spPr>
        <p:txBody>
          <a:bodyPr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SzPct val="80000"/>
              <a:buNone/>
            </a:pPr>
            <a:r>
              <a:rPr lang="en-US" sz="1800" b="true">
                <a:solidFill>
                  <a:schemeClr val="bg1"/>
                </a:solidFill>
                <a:latin typeface="微软雅黑"/>
                <a:ea typeface="微软雅黑"/>
              </a:rPr>
              <a:t>5</a:t>
            </a:r>
            <a:endParaRPr lang="en-US" sz="1800" b="true">
              <a:solidFill>
                <a:schemeClr val="bg1"/>
              </a:solidFill>
              <a:latin typeface="微软雅黑"/>
              <a:ea typeface="微软雅黑"/>
            </a:endParaRPr>
          </a:p>
        </p:txBody>
      </p:sp>
      <p:sp>
        <p:nvSpPr>
          <p:cNvPr id="287" name="文本框 20"/>
          <p:cNvSpPr/>
          <p:nvPr/>
        </p:nvSpPr>
        <p:spPr>
          <a:xfrm>
            <a:off x="755650" y="4083050"/>
            <a:ext cx="17907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SzPct val="80000"/>
            </a:pPr>
            <a:r>
              <a:rPr lang="zh-CN" sz="2100" b="true">
                <a:solidFill>
                  <a:srgbClr val="2392E4"/>
                </a:solidFill>
                <a:latin typeface="微软雅黑"/>
                <a:ea typeface="微软雅黑"/>
              </a:rPr>
              <a:t>密码学技术</a:t>
            </a:r>
            <a:endParaRPr lang="zh-CN" sz="2100" b="true">
              <a:solidFill>
                <a:srgbClr val="99CCFF"/>
              </a:solidFill>
              <a:latin typeface="微软雅黑"/>
              <a:ea typeface="微软雅黑"/>
            </a:endParaRPr>
          </a:p>
        </p:txBody>
      </p:sp>
      <p:sp>
        <p:nvSpPr>
          <p:cNvPr id="288" name="文本框 21"/>
          <p:cNvSpPr/>
          <p:nvPr/>
        </p:nvSpPr>
        <p:spPr>
          <a:xfrm>
            <a:off x="869950" y="3149600"/>
            <a:ext cx="196850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buSzPct val="80000"/>
            </a:pPr>
            <a:r>
              <a:rPr lang="zh-CN" sz="2100" b="true">
                <a:solidFill>
                  <a:srgbClr val="2392E4"/>
                </a:solidFill>
                <a:latin typeface="微软雅黑"/>
                <a:ea typeface="微软雅黑"/>
              </a:rPr>
              <a:t>块链数据结构</a:t>
            </a:r>
            <a:endParaRPr lang="zh-CN" sz="2100" b="true">
              <a:solidFill>
                <a:srgbClr val="FF0000"/>
              </a:solidFill>
              <a:latin typeface="微软雅黑"/>
              <a:ea typeface="微软雅黑"/>
            </a:endParaRPr>
          </a:p>
        </p:txBody>
      </p:sp>
      <p:sp>
        <p:nvSpPr>
          <p:cNvPr id="289" name="矩形 9"/>
          <p:cNvSpPr/>
          <p:nvPr/>
        </p:nvSpPr>
        <p:spPr>
          <a:xfrm>
            <a:off x="6296025" y="3235325"/>
            <a:ext cx="1530350"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SzPct val="80000"/>
            </a:pPr>
            <a:r>
              <a:rPr lang="zh-CN" sz="2100" b="true">
                <a:solidFill>
                  <a:srgbClr val="2392E4"/>
                </a:solidFill>
                <a:latin typeface="微软雅黑"/>
                <a:ea typeface="微软雅黑"/>
              </a:rPr>
              <a:t>智能合约</a:t>
            </a:r>
            <a:endParaRPr lang="zh-CN" sz="2100" b="true">
              <a:solidFill>
                <a:srgbClr val="FF0000"/>
              </a:solidFill>
              <a:latin typeface="微软雅黑"/>
              <a:ea typeface="微软雅黑"/>
            </a:endParaRPr>
          </a:p>
        </p:txBody>
      </p:sp>
      <p:sp>
        <p:nvSpPr>
          <p:cNvPr id="290" name="文本框 23"/>
          <p:cNvSpPr/>
          <p:nvPr/>
        </p:nvSpPr>
        <p:spPr>
          <a:xfrm>
            <a:off x="3348038" y="2066925"/>
            <a:ext cx="2590800" cy="4349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buSzPct val="80000"/>
            </a:pPr>
            <a:r>
              <a:rPr lang="zh-CN" sz="2100" b="true">
                <a:solidFill>
                  <a:srgbClr val="2392E4"/>
                </a:solidFill>
                <a:latin typeface="微软雅黑"/>
                <a:ea typeface="微软雅黑"/>
              </a:rPr>
              <a:t>挖矿（共识）机制</a:t>
            </a:r>
            <a:endParaRPr lang="zh-CN" sz="2100" b="true">
              <a:solidFill>
                <a:srgbClr val="2392E4"/>
              </a:solidFill>
              <a:latin typeface="微软雅黑"/>
              <a:ea typeface="微软雅黑"/>
            </a:endParaRPr>
          </a:p>
        </p:txBody>
      </p:sp>
      <p:sp>
        <p:nvSpPr>
          <p:cNvPr id="291" name="文本框 24"/>
          <p:cNvSpPr/>
          <p:nvPr/>
        </p:nvSpPr>
        <p:spPr>
          <a:xfrm>
            <a:off x="6681788" y="4089400"/>
            <a:ext cx="1766887" cy="433388"/>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342900" algn="ctr">
              <a:spcBef>
                <a:spcPct val="20000"/>
              </a:spcBef>
              <a:buSzPct val="80000"/>
            </a:pPr>
            <a:r>
              <a:rPr lang="zh-CN" sz="2100" b="true">
                <a:solidFill>
                  <a:srgbClr val="FF0000"/>
                </a:solidFill>
                <a:latin typeface="微软雅黑"/>
                <a:ea typeface="微软雅黑"/>
              </a:rPr>
              <a:t>公链/联盟链</a:t>
            </a:r>
            <a:endParaRPr lang="zh-CN" sz="2100" b="true">
              <a:solidFill>
                <a:srgbClr val="FF0000"/>
              </a:solidFill>
              <a:latin typeface="微软雅黑"/>
              <a:ea typeface="微软雅黑"/>
            </a:endParaRPr>
          </a:p>
        </p:txBody>
      </p:sp>
      <p:sp>
        <p:nvSpPr>
          <p:cNvPr id="292" name="内容占位符 6"/>
          <p:cNvSpPr/>
          <p:nvPr/>
        </p:nvSpPr>
        <p:spPr>
          <a:xfrm>
            <a:off x="966788" y="4410075"/>
            <a:ext cx="1336675" cy="401638"/>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buSzPct val="80000"/>
            </a:pPr>
            <a:r>
              <a:rPr lang="en-US" sz="900">
                <a:solidFill>
                  <a:srgbClr val="7F7F7F"/>
                </a:solidFill>
                <a:latin typeface="微软雅黑"/>
                <a:ea typeface="微软雅黑"/>
              </a:rPr>
              <a:t>Hash/</a:t>
            </a:r>
            <a:r>
              <a:rPr lang="zh-CN" sz="900">
                <a:solidFill>
                  <a:srgbClr val="7F7F7F"/>
                </a:solidFill>
                <a:latin typeface="微软雅黑"/>
                <a:ea typeface="微软雅黑"/>
              </a:rPr>
              <a:t>对称加密</a:t>
            </a:r>
            <a:r>
              <a:rPr lang="en-US" sz="900">
                <a:solidFill>
                  <a:srgbClr val="7F7F7F"/>
                </a:solidFill>
                <a:latin typeface="微软雅黑"/>
                <a:ea typeface="微软雅黑"/>
              </a:rPr>
              <a:t>/</a:t>
            </a:r>
            <a:r>
              <a:rPr lang="zh-CN" sz="900">
                <a:solidFill>
                  <a:srgbClr val="7F7F7F"/>
                </a:solidFill>
                <a:latin typeface="微软雅黑"/>
                <a:ea typeface="微软雅黑"/>
              </a:rPr>
              <a:t>非对称加密</a:t>
            </a:r>
            <a:r>
              <a:rPr lang="en-US" sz="900">
                <a:solidFill>
                  <a:srgbClr val="7F7F7F"/>
                </a:solidFill>
                <a:latin typeface="微软雅黑"/>
                <a:ea typeface="微软雅黑"/>
              </a:rPr>
              <a:t>/</a:t>
            </a:r>
            <a:r>
              <a:rPr lang="zh-CN" sz="900">
                <a:solidFill>
                  <a:srgbClr val="7F7F7F"/>
                </a:solidFill>
                <a:latin typeface="微软雅黑"/>
                <a:ea typeface="微软雅黑"/>
              </a:rPr>
              <a:t>数字签名</a:t>
            </a:r>
            <a:endParaRPr lang="zh-CN" sz="900">
              <a:solidFill>
                <a:srgbClr val="7F7F7F"/>
              </a:solidFill>
              <a:latin typeface="微软雅黑"/>
              <a:ea typeface="微软雅黑"/>
            </a:endParaRPr>
          </a:p>
        </p:txBody>
      </p:sp>
      <p:sp>
        <p:nvSpPr>
          <p:cNvPr id="293" name="内容占位符 6"/>
          <p:cNvSpPr/>
          <p:nvPr/>
        </p:nvSpPr>
        <p:spPr>
          <a:xfrm>
            <a:off x="1014413" y="3508375"/>
            <a:ext cx="1784350" cy="285750"/>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defTabSz="942975">
              <a:lnSpc>
                <a:spcPct val="120000"/>
              </a:lnSpc>
              <a:buSzPct val="80000"/>
            </a:pPr>
            <a:r>
              <a:rPr lang="zh-CN" sz="900">
                <a:solidFill>
                  <a:srgbClr val="7F7F7F"/>
                </a:solidFill>
                <a:latin typeface="微软雅黑"/>
                <a:ea typeface="微软雅黑"/>
              </a:rPr>
              <a:t>区块</a:t>
            </a:r>
            <a:r>
              <a:rPr lang="en-US" sz="900">
                <a:solidFill>
                  <a:srgbClr val="7F7F7F"/>
                </a:solidFill>
                <a:latin typeface="微软雅黑"/>
                <a:ea typeface="微软雅黑"/>
              </a:rPr>
              <a:t>/</a:t>
            </a:r>
            <a:r>
              <a:rPr lang="zh-CN" sz="900">
                <a:solidFill>
                  <a:srgbClr val="7F7F7F"/>
                </a:solidFill>
                <a:latin typeface="微软雅黑"/>
                <a:ea typeface="微软雅黑"/>
              </a:rPr>
              <a:t>链</a:t>
            </a:r>
            <a:r>
              <a:rPr lang="en-US" sz="900">
                <a:solidFill>
                  <a:srgbClr val="7F7F7F"/>
                </a:solidFill>
                <a:latin typeface="微软雅黑"/>
                <a:ea typeface="微软雅黑"/>
              </a:rPr>
              <a:t>/</a:t>
            </a:r>
            <a:r>
              <a:rPr lang="zh-CN" sz="900">
                <a:solidFill>
                  <a:srgbClr val="7F7F7F"/>
                </a:solidFill>
                <a:latin typeface="微软雅黑"/>
                <a:ea typeface="微软雅黑"/>
              </a:rPr>
              <a:t>交易</a:t>
            </a:r>
            <a:r>
              <a:rPr lang="en-US" sz="900">
                <a:solidFill>
                  <a:srgbClr val="7F7F7F"/>
                </a:solidFill>
                <a:latin typeface="微软雅黑"/>
                <a:ea typeface="微软雅黑"/>
              </a:rPr>
              <a:t>UTXO</a:t>
            </a:r>
            <a:endParaRPr lang="en-US" sz="900">
              <a:solidFill>
                <a:srgbClr val="7F7F7F"/>
              </a:solidFill>
              <a:latin typeface="微软雅黑"/>
              <a:ea typeface="微软雅黑"/>
            </a:endParaRPr>
          </a:p>
        </p:txBody>
      </p:sp>
      <p:sp>
        <p:nvSpPr>
          <p:cNvPr id="294" name="内容占位符 6"/>
          <p:cNvSpPr/>
          <p:nvPr/>
        </p:nvSpPr>
        <p:spPr>
          <a:xfrm>
            <a:off x="3059113" y="2427288"/>
            <a:ext cx="2994025" cy="411162"/>
          </a:xfrm>
          <a:prstGeom prst="rect"/>
          <a:noFill/>
          <a:ln>
            <a:noFill/>
            <a:miter lim="800000"/>
          </a:ln>
        </p:spPr>
        <p:txBody>
          <a:bodyPr lIns="75447" tIns="37724" rIns="75447" bIns="37724">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42975">
              <a:lnSpc>
                <a:spcPct val="120000"/>
              </a:lnSpc>
              <a:buSzPct val="80000"/>
            </a:pPr>
            <a:r>
              <a:rPr lang="en-US" sz="900">
                <a:solidFill>
                  <a:srgbClr val="7F7F7F"/>
                </a:solidFill>
                <a:latin typeface="微软雅黑"/>
                <a:ea typeface="微软雅黑"/>
              </a:rPr>
              <a:t>POW/</a:t>
            </a:r>
            <a:r>
              <a:rPr lang="zh-CN" sz="900">
                <a:solidFill>
                  <a:srgbClr val="7F7F7F"/>
                </a:solidFill>
                <a:latin typeface="微软雅黑"/>
                <a:ea typeface="微软雅黑"/>
              </a:rPr>
              <a:t>其它共识算法</a:t>
            </a:r>
            <a:endParaRPr lang="zh-CN" sz="900">
              <a:solidFill>
                <a:srgbClr val="7F7F7F"/>
              </a:solidFill>
              <a:latin typeface="微软雅黑"/>
              <a:ea typeface="微软雅黑"/>
            </a:endParaRPr>
          </a:p>
        </p:txBody>
      </p:sp>
      <p:sp>
        <p:nvSpPr>
          <p:cNvPr id="295" name="矩形 16"/>
          <p:cNvSpPr/>
          <p:nvPr/>
        </p:nvSpPr>
        <p:spPr>
          <a:xfrm>
            <a:off x="3719513" y="3922713"/>
            <a:ext cx="1620837" cy="522287"/>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buSzPct val="80000"/>
            </a:pPr>
            <a:r>
              <a:rPr lang="zh-CN" sz="2800" b="true">
                <a:solidFill>
                  <a:srgbClr val="EA305E"/>
                </a:solidFill>
                <a:latin typeface="微软雅黑"/>
                <a:ea typeface="微软雅黑"/>
              </a:rPr>
              <a:t>关键技术</a:t>
            </a:r>
            <a:endParaRPr lang="zh-CN" sz="2800" b="true">
              <a:solidFill>
                <a:srgbClr val="EA305E"/>
              </a:solidFill>
              <a:latin typeface="微软雅黑"/>
              <a:ea typeface="微软雅黑"/>
            </a:endParaRPr>
          </a:p>
        </p:txBody>
      </p:sp>
      <p:sp>
        <p:nvSpPr>
          <p:cNvPr id="296" name="矩形 18"/>
          <p:cNvSpPr/>
          <p:nvPr/>
        </p:nvSpPr>
        <p:spPr>
          <a:xfrm>
            <a:off x="333375" y="573088"/>
            <a:ext cx="8369300" cy="384175"/>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ts val="2600"/>
              </a:lnSpc>
              <a:buSzPct val="80000"/>
            </a:pPr>
            <a:r>
              <a:rPr lang="zh-CN" sz="1400">
                <a:latin typeface="微软雅黑"/>
                <a:ea typeface="微软雅黑"/>
              </a:rPr>
              <a:t>单个技术都不是新技术，但将这些技术形成一套组合拳，就有了一个创新的技术体系 </a:t>
            </a:r>
            <a:r>
              <a:rPr lang="en-US" sz="1400">
                <a:latin typeface="微软雅黑"/>
                <a:ea typeface="微软雅黑"/>
              </a:rPr>
              <a:t>—</a:t>
            </a:r>
            <a:r>
              <a:rPr lang="zh-CN" sz="1400">
                <a:latin typeface="微软雅黑"/>
                <a:ea typeface="微软雅黑"/>
              </a:rPr>
              <a:t> </a:t>
            </a:r>
            <a:r>
              <a:rPr lang="zh-CN" sz="1400" b="true">
                <a:solidFill>
                  <a:srgbClr val="2392E4"/>
                </a:solidFill>
                <a:latin typeface="微软雅黑"/>
                <a:ea typeface="微软雅黑"/>
              </a:rPr>
              <a:t>区块链</a:t>
            </a:r>
            <a:endParaRPr lang="zh-CN" sz="1400" b="true">
              <a:solidFill>
                <a:srgbClr val="2392E4"/>
              </a:solidFill>
              <a:latin typeface="微软雅黑"/>
              <a:ea typeface="微软雅黑"/>
            </a:endParaRPr>
          </a:p>
        </p:txBody>
      </p:sp>
      <p:sp>
        <p:nvSpPr>
          <p:cNvPr id="297" name="文本框 20"/>
          <p:cNvSpPr/>
          <p:nvPr/>
        </p:nvSpPr>
        <p:spPr>
          <a:xfrm>
            <a:off x="395288" y="122238"/>
            <a:ext cx="3382962" cy="5492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spcBef>
                <a:spcPct val="20000"/>
              </a:spcBef>
              <a:buSzPct val="80000"/>
            </a:pPr>
            <a:r>
              <a:rPr lang="zh-CN" sz="2800" b="true">
                <a:solidFill>
                  <a:srgbClr val="0070C0"/>
                </a:solidFill>
                <a:latin typeface="微软雅黑"/>
                <a:ea typeface="微软雅黑"/>
              </a:rPr>
              <a:t>区块链关键技术体系</a:t>
            </a:r>
            <a:endParaRPr lang="zh-CN" sz="2800" b="true">
              <a:solidFill>
                <a:srgbClr val="0070C0"/>
              </a:solidFill>
              <a:latin typeface="微软雅黑"/>
              <a:ea typeface="微软雅黑"/>
            </a:endParaRPr>
          </a:p>
        </p:txBody>
      </p:sp>
    </p:spTree>
  </p:cSld>
  <p:clrMapOvr>
    <a:masterClrMapping/>
  </p:clrMapOvr>
</p:sld>
</file>

<file path=ppt/slides/slide19.xml><?xml version="1.0" encoding="utf-8"?>
<p:sld xmlns:p="http://schemas.openxmlformats.org/presentationml/2006/main" xmlns:a16="http://schemas.microsoft.com/office/drawing/2014/main" xmlns:a="http://schemas.openxmlformats.org/drawingml/2006/main" xmlns:mc="http://schemas.openxmlformats.org/markup-compatibility/2006" mc:Ignorable="a16">
  <p:cSld>
    <p:spTree>
      <p:nvGrpSpPr>
        <p:cNvPr id="301" name=""/>
        <p:cNvGrpSpPr/>
        <p:nvPr/>
      </p:nvGrpSpPr>
      <p:grpSpPr>
        <a:xfrm>
          <a:off x="0" y="0"/>
          <a:ext cx="0" cy="0"/>
          <a:chOff x="0" y="0"/>
          <a:chExt cx="0" cy="0"/>
        </a:xfrm>
      </p:grpSpPr>
      <p:sp>
        <p:nvSpPr>
          <p:cNvPr id="302"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99BD116A-2F2D-44C0-8708-088188069C18}" type="slidenum">
              <a:rPr lang="en-US" sz="900">
                <a:solidFill>
                  <a:srgbClr val="898989"/>
                </a:solidFill>
                <a:ea typeface="黑体"/>
              </a:rPr>
              <a:t>19</a:t>
            </a:fld>
            <a:endParaRPr lang="en-US" sz="900">
              <a:solidFill>
                <a:srgbClr val="898989"/>
              </a:solidFill>
              <a:ea typeface="黑体"/>
            </a:endParaRPr>
          </a:p>
        </p:txBody>
      </p:sp>
      <p:sp>
        <p:nvSpPr>
          <p:cNvPr id="303"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区块链公链</a:t>
            </a:r>
            <a:endParaRPr lang="zh-CN" sz="3000">
              <a:solidFill>
                <a:srgbClr val="0070C0"/>
              </a:solidFill>
              <a:latin typeface="微软雅黑"/>
              <a:ea typeface="等线 Light"/>
            </a:endParaRPr>
          </a:p>
        </p:txBody>
      </p:sp>
      <p:sp>
        <p:nvSpPr>
          <p:cNvPr id="304" name="文本框 5"/>
          <p:cNvSpPr/>
          <p:nvPr/>
        </p:nvSpPr>
        <p:spPr>
          <a:xfrm>
            <a:off x="395288" y="771525"/>
            <a:ext cx="4306887" cy="17780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000" b="true">
                <a:latin typeface="微软雅黑"/>
                <a:ea typeface="微软雅黑"/>
              </a:rPr>
              <a:t>比特币</a:t>
            </a:r>
            <a:r>
              <a:rPr lang="zh-CN" sz="1000">
                <a:latin typeface="仿宋"/>
                <a:ea typeface="仿宋"/>
              </a:rPr>
              <a:t>：</a:t>
            </a:r>
            <a:r>
              <a:rPr lang="zh-CN" sz="1000">
                <a:solidFill>
                  <a:srgbClr val="444444"/>
                </a:solidFill>
                <a:latin typeface="仿宋"/>
                <a:ea typeface="仿宋"/>
              </a:rPr>
              <a:t>比特币网络是一个</a:t>
            </a:r>
            <a:r>
              <a:rPr lang="zh-CN" sz="1000" b="true">
                <a:solidFill>
                  <a:srgbClr val="00B0F0"/>
                </a:solidFill>
                <a:latin typeface="仿宋"/>
                <a:ea typeface="仿宋"/>
              </a:rPr>
              <a:t>去中心化</a:t>
            </a:r>
            <a:r>
              <a:rPr lang="zh-CN" sz="1000">
                <a:solidFill>
                  <a:srgbClr val="444444"/>
                </a:solidFill>
                <a:latin typeface="仿宋"/>
                <a:ea typeface="仿宋"/>
              </a:rPr>
              <a:t>的</a:t>
            </a:r>
            <a:r>
              <a:rPr lang="zh-CN" sz="1000" b="true">
                <a:solidFill>
                  <a:srgbClr val="00B0F0"/>
                </a:solidFill>
                <a:latin typeface="仿宋"/>
                <a:ea typeface="仿宋"/>
              </a:rPr>
              <a:t>电子交易体系</a:t>
            </a:r>
            <a:r>
              <a:rPr lang="zh-CN" sz="1000">
                <a:solidFill>
                  <a:srgbClr val="444444"/>
                </a:solidFill>
                <a:latin typeface="仿宋"/>
                <a:ea typeface="仿宋"/>
              </a:rPr>
              <a:t>，该网络由自由进出的上万个节点组成，没有固定的管理机构。比特币是网络中流通的一种数字货币，总量固定（</a:t>
            </a:r>
            <a:r>
              <a:rPr lang="en-US" sz="1000">
                <a:latin typeface="仿宋"/>
                <a:ea typeface="仿宋"/>
              </a:rPr>
              <a:t>2100</a:t>
            </a:r>
            <a:r>
              <a:rPr lang="zh-CN" sz="1000">
                <a:latin typeface="仿宋"/>
                <a:ea typeface="仿宋"/>
              </a:rPr>
              <a:t>万枚</a:t>
            </a:r>
            <a:r>
              <a:rPr lang="zh-CN" sz="1000">
                <a:solidFill>
                  <a:srgbClr val="444444"/>
                </a:solidFill>
                <a:latin typeface="仿宋"/>
                <a:ea typeface="仿宋"/>
              </a:rPr>
              <a:t>），发行速度阶梯递减</a:t>
            </a:r>
            <a:endParaRPr lang="zh-CN" sz="1000">
              <a:solidFill>
                <a:srgbClr val="444444"/>
              </a:solidFill>
              <a:latin typeface="仿宋"/>
              <a:ea typeface="仿宋"/>
            </a:endParaRPr>
          </a:p>
          <a:p>
            <a:pPr marL="0" lvl="0" indent="0"/>
            <a:endParaRPr lang="zh-CN" sz="1000">
              <a:latin typeface="仿宋"/>
              <a:ea typeface="仿宋"/>
            </a:endParaRPr>
          </a:p>
          <a:p>
            <a:pPr marL="0" lvl="0" indent="0"/>
            <a:r>
              <a:rPr lang="zh-CN" sz="1000" b="true">
                <a:latin typeface="微软雅黑"/>
                <a:ea typeface="微软雅黑"/>
              </a:rPr>
              <a:t>以太坊</a:t>
            </a:r>
            <a:r>
              <a:rPr lang="zh-CN" sz="1000">
                <a:latin typeface="仿宋"/>
                <a:ea typeface="仿宋"/>
              </a:rPr>
              <a:t>：</a:t>
            </a:r>
            <a:r>
              <a:rPr lang="zh-CN" sz="1000">
                <a:latin typeface="仿宋"/>
                <a:ea typeface="仿宋"/>
              </a:rPr>
              <a:t>以太坊是一个开源的有</a:t>
            </a:r>
            <a:r>
              <a:rPr lang="zh-CN" sz="1000" b="true">
                <a:solidFill>
                  <a:srgbClr val="00B0F0"/>
                </a:solidFill>
                <a:latin typeface="仿宋"/>
                <a:ea typeface="仿宋"/>
              </a:rPr>
              <a:t>智能合约</a:t>
            </a:r>
            <a:r>
              <a:rPr lang="zh-CN" sz="1000">
                <a:latin typeface="仿宋"/>
                <a:ea typeface="仿宋"/>
              </a:rPr>
              <a:t>功能的</a:t>
            </a:r>
            <a:r>
              <a:rPr lang="zh-CN" sz="1000" b="true">
                <a:solidFill>
                  <a:srgbClr val="00B0F0"/>
                </a:solidFill>
                <a:latin typeface="仿宋"/>
                <a:ea typeface="仿宋"/>
              </a:rPr>
              <a:t>公共区块链平台</a:t>
            </a:r>
            <a:r>
              <a:rPr lang="zh-CN" sz="1000">
                <a:latin typeface="仿宋"/>
                <a:ea typeface="仿宋"/>
              </a:rPr>
              <a:t>。通过其专用加密货币以太币提供去中心化的虚拟机来处理点对点合约</a:t>
            </a:r>
            <a:endParaRPr lang="zh-CN" sz="1000">
              <a:latin typeface="仿宋"/>
              <a:ea typeface="仿宋"/>
            </a:endParaRPr>
          </a:p>
          <a:p>
            <a:pPr marL="0" lvl="0" indent="0"/>
            <a:endParaRPr lang="zh-CN" sz="1000">
              <a:latin typeface="仿宋"/>
              <a:ea typeface="仿宋"/>
            </a:endParaRPr>
          </a:p>
          <a:p>
            <a:pPr marL="0" lvl="0" indent="0"/>
            <a:r>
              <a:rPr lang="en-US" sz="1000" b="true">
                <a:latin typeface="微软雅黑"/>
                <a:ea typeface="微软雅黑"/>
              </a:rPr>
              <a:t>EOS</a:t>
            </a:r>
            <a:r>
              <a:rPr lang="zh-CN" sz="1000">
                <a:latin typeface="仿宋"/>
                <a:ea typeface="仿宋"/>
              </a:rPr>
              <a:t>：Enterprise Operation System，定位商用分布式应用设计的一款</a:t>
            </a:r>
            <a:r>
              <a:rPr lang="zh-CN" sz="1000" b="true">
                <a:solidFill>
                  <a:srgbClr val="00B0F0"/>
                </a:solidFill>
                <a:latin typeface="仿宋"/>
                <a:ea typeface="仿宋"/>
              </a:rPr>
              <a:t>区块链操作系统</a:t>
            </a:r>
            <a:r>
              <a:rPr lang="zh-CN" sz="1000">
                <a:latin typeface="仿宋"/>
                <a:ea typeface="仿宋"/>
              </a:rPr>
              <a:t>。EOS是EOS软件引入的一种新的区块链架构，旨在实现分布式应用的性能扩展。支持多个应用同时运行，为开发</a:t>
            </a:r>
            <a:r>
              <a:rPr lang="en-US" sz="1000">
                <a:latin typeface="仿宋"/>
                <a:ea typeface="仿宋"/>
              </a:rPr>
              <a:t>Dapp</a:t>
            </a:r>
            <a:r>
              <a:rPr lang="zh-CN" sz="1000">
                <a:latin typeface="仿宋"/>
                <a:ea typeface="仿宋"/>
              </a:rPr>
              <a:t>提供底层的模板。</a:t>
            </a:r>
            <a:endParaRPr lang="zh-CN" sz="1000">
              <a:latin typeface="仿宋"/>
              <a:ea typeface="仿宋"/>
            </a:endParaRPr>
          </a:p>
        </p:txBody>
      </p:sp>
      <p:graphicFrame>
        <p:nvGraphicFramePr>
          <p:cNvPr id="305" name="表格 1"/>
          <p:cNvGraphicFramePr/>
          <p:nvPr/>
        </p:nvGraphicFramePr>
        <p:xfrm>
          <a:off x="4645025" y="700088"/>
          <a:ext cx="4073525" cy="4424694"/>
        </p:xfrm>
        <a:graphic>
          <a:graphicData uri="http://schemas.openxmlformats.org/drawingml/2006/table">
            <a:tbl>
              <a:tblPr>
                <a:tableStyleId>{58542034-FE4F-4ADA-92B8-4CA66D0F0DF3}</a:tableStyleId>
              </a:tblPr>
              <a:tblGrid>
                <a:gridCol w="1047750">
                  <a:extLst>
                    <a:ext uri="{9D8B030D-6E8A-4147-A177-3AD203B41FA5}">
                      <a16:colId val="1"/>
                    </a:ext>
                  </a:extLst>
                </a:gridCol>
                <a:gridCol w="1035050">
                  <a:extLst>
                    <a:ext uri="{9D8B030D-6E8A-4147-A177-3AD203B41FA5}">
                      <a16:colId val="2"/>
                    </a:ext>
                  </a:extLst>
                </a:gridCol>
                <a:gridCol w="998538">
                  <a:extLst>
                    <a:ext uri="{9D8B030D-6E8A-4147-A177-3AD203B41FA5}">
                      <a16:colId val="3"/>
                    </a:ext>
                  </a:extLst>
                </a:gridCol>
                <a:gridCol w="992188">
                  <a:extLst>
                    <a:ext uri="{9D8B030D-6E8A-4147-A177-3AD203B41FA5}">
                      <a16:colId val="4"/>
                    </a:ext>
                  </a:extLst>
                </a:gridCol>
              </a:tblGrid>
              <a:tr h="42862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defTabSz="685800">
                        <a:buFontTx/>
                      </a:pPr>
                      <a:endParaRPr lang="zh-CN" b="true">
                        <a:solidFill>
                          <a:srgbClr val="FFFFFF"/>
                        </a:solidFill>
                        <a:latin typeface="等线"/>
                        <a:ea typeface="等线"/>
                      </a:endParaRPr>
                    </a:p>
                  </a:txBody>
                  <a:tcPr marT="45727" marB="45727">
                    <a:lnL w="12700">
                      <a:solidFill>
                        <a:schemeClr val="bg1"/>
                      </a:solidFill>
                      <a:miter lim="800000"/>
                    </a:lnL>
                    <a:lnR w="12700">
                      <a:solidFill>
                        <a:schemeClr val="bg1"/>
                      </a:solidFill>
                      <a:miter lim="800000"/>
                    </a:lnR>
                    <a:lnT w="12700">
                      <a:solidFill>
                        <a:schemeClr val="bg1"/>
                      </a:solidFill>
                      <a:miter lim="800000"/>
                    </a:lnT>
                    <a:lnB w="38100">
                      <a:solidFill>
                        <a:schemeClr val="bg1"/>
                      </a:solidFill>
                      <a:miter lim="800000"/>
                    </a:lnB>
                    <a:solidFill>
                      <a:schemeClr val="accent1"/>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defTabSz="685800">
                        <a:buFontTx/>
                      </a:pPr>
                      <a:r>
                        <a:rPr lang="zh-CN" b="true">
                          <a:solidFill>
                            <a:srgbClr val="FFFFFF"/>
                          </a:solidFill>
                          <a:latin typeface="等线"/>
                          <a:ea typeface="等线"/>
                        </a:rPr>
                        <a:t>比特币</a:t>
                      </a:r>
                      <a:endParaRPr lang="zh-CN" b="true">
                        <a:solidFill>
                          <a:srgbClr val="FFFFFF"/>
                        </a:solidFill>
                        <a:latin typeface="等线"/>
                        <a:ea typeface="等线"/>
                      </a:endParaRPr>
                    </a:p>
                  </a:txBody>
                  <a:tcPr marT="45727" marB="45727">
                    <a:lnL w="12700">
                      <a:solidFill>
                        <a:schemeClr val="bg1"/>
                      </a:solidFill>
                      <a:miter lim="800000"/>
                    </a:lnL>
                    <a:lnR w="12700">
                      <a:solidFill>
                        <a:schemeClr val="bg1"/>
                      </a:solidFill>
                      <a:miter lim="800000"/>
                    </a:lnR>
                    <a:lnT w="12700">
                      <a:solidFill>
                        <a:schemeClr val="bg1"/>
                      </a:solidFill>
                      <a:miter lim="800000"/>
                    </a:lnT>
                    <a:lnB w="38100">
                      <a:solidFill>
                        <a:schemeClr val="bg1"/>
                      </a:solidFill>
                      <a:miter lim="800000"/>
                    </a:lnB>
                    <a:solidFill>
                      <a:schemeClr val="accent1"/>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defTabSz="685800">
                        <a:buFontTx/>
                      </a:pPr>
                      <a:r>
                        <a:rPr lang="zh-CN" b="true">
                          <a:solidFill>
                            <a:srgbClr val="FFFFFF"/>
                          </a:solidFill>
                          <a:latin typeface="等线"/>
                          <a:ea typeface="等线"/>
                        </a:rPr>
                        <a:t>以太坊</a:t>
                      </a:r>
                      <a:endParaRPr lang="zh-CN" b="true">
                        <a:solidFill>
                          <a:srgbClr val="FFFFFF"/>
                        </a:solidFill>
                        <a:latin typeface="等线"/>
                        <a:ea typeface="等线"/>
                      </a:endParaRPr>
                    </a:p>
                  </a:txBody>
                  <a:tcPr marT="45727" marB="45727">
                    <a:lnL w="12700">
                      <a:solidFill>
                        <a:schemeClr val="bg1"/>
                      </a:solidFill>
                      <a:miter lim="800000"/>
                    </a:lnL>
                    <a:lnR w="12700">
                      <a:solidFill>
                        <a:schemeClr val="bg1"/>
                      </a:solidFill>
                      <a:miter lim="800000"/>
                    </a:lnR>
                    <a:lnT w="12700">
                      <a:solidFill>
                        <a:schemeClr val="bg1"/>
                      </a:solidFill>
                      <a:miter lim="800000"/>
                    </a:lnT>
                    <a:lnB w="38100">
                      <a:solidFill>
                        <a:schemeClr val="bg1"/>
                      </a:solidFill>
                      <a:miter lim="800000"/>
                    </a:lnB>
                    <a:solidFill>
                      <a:schemeClr val="accent1"/>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defTabSz="685800">
                        <a:buFontTx/>
                      </a:pPr>
                      <a:r>
                        <a:rPr lang="en-US" b="true">
                          <a:solidFill>
                            <a:srgbClr val="FFFFFF"/>
                          </a:solidFill>
                          <a:latin typeface="等线"/>
                          <a:ea typeface="等线"/>
                        </a:rPr>
                        <a:t>EOS</a:t>
                      </a:r>
                      <a:endParaRPr lang="en-US" b="true">
                        <a:solidFill>
                          <a:srgbClr val="FFFFFF"/>
                        </a:solidFill>
                        <a:latin typeface="等线"/>
                        <a:ea typeface="等线"/>
                      </a:endParaRPr>
                    </a:p>
                  </a:txBody>
                  <a:tcPr marT="45727" marB="45727">
                    <a:lnL w="12700">
                      <a:solidFill>
                        <a:schemeClr val="bg1"/>
                      </a:solidFill>
                      <a:miter lim="800000"/>
                    </a:lnL>
                    <a:lnR w="12700">
                      <a:solidFill>
                        <a:schemeClr val="bg1"/>
                      </a:solidFill>
                      <a:miter lim="800000"/>
                    </a:lnR>
                    <a:lnT w="12700">
                      <a:solidFill>
                        <a:schemeClr val="bg1"/>
                      </a:solidFill>
                      <a:miter lim="800000"/>
                    </a:lnT>
                    <a:lnB w="38100">
                      <a:solidFill>
                        <a:schemeClr val="bg1"/>
                      </a:solidFill>
                      <a:miter lim="800000"/>
                    </a:lnB>
                    <a:solidFill>
                      <a:schemeClr val="accent1"/>
                    </a:solidFill>
                  </a:tcPr>
                </a:tc>
                <a:extLst>
                  <a:ext uri="{0D108BD9-81ED-4DB2-BD59-A6C34878D82A}">
                    <a16:rowId val="1"/>
                  </a:ext>
                </a:extLst>
              </a:tr>
              <a:tr h="24447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阶段</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381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区块链</a:t>
                      </a:r>
                      <a:r>
                        <a:rPr lang="en-US" sz="1000">
                          <a:solidFill>
                            <a:srgbClr val="000000"/>
                          </a:solidFill>
                          <a:latin typeface="仿宋"/>
                          <a:ea typeface="仿宋"/>
                        </a:rPr>
                        <a:t>1.0</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381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区块链</a:t>
                      </a:r>
                      <a:r>
                        <a:rPr lang="en-US" sz="1000">
                          <a:solidFill>
                            <a:srgbClr val="000000"/>
                          </a:solidFill>
                          <a:latin typeface="仿宋"/>
                          <a:ea typeface="仿宋"/>
                        </a:rPr>
                        <a:t>2.0</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381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区块链</a:t>
                      </a:r>
                      <a:r>
                        <a:rPr lang="en-US" sz="1000">
                          <a:solidFill>
                            <a:srgbClr val="000000"/>
                          </a:solidFill>
                          <a:latin typeface="仿宋"/>
                          <a:ea typeface="仿宋"/>
                        </a:rPr>
                        <a:t>3.0</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38100">
                      <a:solidFill>
                        <a:schemeClr val="bg1"/>
                      </a:solidFill>
                      <a:miter lim="800000"/>
                    </a:lnT>
                    <a:lnB w="12700">
                      <a:solidFill>
                        <a:schemeClr val="bg1"/>
                      </a:solidFill>
                      <a:miter lim="800000"/>
                    </a:lnB>
                    <a:solidFill>
                      <a:srgbClr val="CFD5EA"/>
                    </a:solidFill>
                  </a:tcPr>
                </a:tc>
                <a:extLst>
                  <a:ext uri="{0D108BD9-81ED-4DB2-BD59-A6C34878D82A}">
                    <a16:rowId val="2"/>
                  </a:ext>
                </a:extLst>
              </a:tr>
              <a:tr h="24447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功能</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数字货币</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智能合约</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应用</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extLst>
                  <a:ext uri="{0D108BD9-81ED-4DB2-BD59-A6C34878D82A}">
                    <a16:rowId val="3"/>
                  </a:ext>
                </a:extLst>
              </a:tr>
              <a:tr h="425450">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共识机制</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工作量证明（</a:t>
                      </a:r>
                      <a:r>
                        <a:rPr lang="en-US" sz="1000">
                          <a:solidFill>
                            <a:srgbClr val="000000"/>
                          </a:solidFill>
                          <a:latin typeface="仿宋"/>
                          <a:ea typeface="仿宋"/>
                        </a:rPr>
                        <a:t>POW</a:t>
                      </a:r>
                      <a:r>
                        <a:rPr lang="zh-CN" sz="1000">
                          <a:solidFill>
                            <a:srgbClr val="000000"/>
                          </a:solidFill>
                          <a:latin typeface="仿宋"/>
                          <a:ea typeface="仿宋"/>
                        </a:rPr>
                        <a:t>）</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en-US" sz="1000">
                          <a:solidFill>
                            <a:srgbClr val="000000"/>
                          </a:solidFill>
                          <a:latin typeface="仿宋"/>
                          <a:ea typeface="仿宋"/>
                        </a:rPr>
                        <a:t>POW</a:t>
                      </a:r>
                      <a:endParaRPr lang="en-US" sz="1000">
                        <a:solidFill>
                          <a:srgbClr val="000000"/>
                        </a:solidFill>
                        <a:latin typeface="仿宋"/>
                        <a:ea typeface="仿宋"/>
                      </a:endParaRPr>
                    </a:p>
                    <a:p>
                      <a:pPr marL="0" lvl="0" indent="0" algn="ctr" defTabSz="685800">
                        <a:buFontTx/>
                      </a:pPr>
                      <a:r>
                        <a:rPr lang="zh-CN" sz="800">
                          <a:solidFill>
                            <a:srgbClr val="000000"/>
                          </a:solidFill>
                          <a:latin typeface="仿宋"/>
                          <a:ea typeface="仿宋"/>
                        </a:rPr>
                        <a:t>（未来：</a:t>
                      </a:r>
                      <a:r>
                        <a:rPr lang="en-US" sz="800">
                          <a:solidFill>
                            <a:srgbClr val="000000"/>
                          </a:solidFill>
                          <a:latin typeface="仿宋"/>
                          <a:ea typeface="仿宋"/>
                        </a:rPr>
                        <a:t>POW+POS</a:t>
                      </a:r>
                      <a:r>
                        <a:rPr lang="zh-CN" sz="800">
                          <a:solidFill>
                            <a:srgbClr val="000000"/>
                          </a:solidFill>
                          <a:latin typeface="仿宋"/>
                          <a:ea typeface="仿宋"/>
                        </a:rPr>
                        <a:t>）</a:t>
                      </a:r>
                      <a:endParaRPr lang="zh-CN" sz="8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委托权益证明（</a:t>
                      </a:r>
                      <a:r>
                        <a:rPr lang="en-US" sz="1000">
                          <a:solidFill>
                            <a:srgbClr val="000000"/>
                          </a:solidFill>
                          <a:latin typeface="仿宋"/>
                          <a:ea typeface="仿宋"/>
                        </a:rPr>
                        <a:t>DPOS</a:t>
                      </a:r>
                      <a:r>
                        <a:rPr lang="zh-CN" sz="1000">
                          <a:solidFill>
                            <a:srgbClr val="000000"/>
                          </a:solidFill>
                          <a:latin typeface="仿宋"/>
                          <a:ea typeface="仿宋"/>
                        </a:rPr>
                        <a:t>）</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extLst>
                  <a:ext uri="{0D108BD9-81ED-4DB2-BD59-A6C34878D82A}">
                    <a16:rowId val="4"/>
                  </a:ext>
                </a:extLst>
              </a:tr>
              <a:tr h="45402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区块生成</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挖矿节点</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挖矿节点</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超级节点</a:t>
                      </a:r>
                      <a:endParaRPr lang="zh-CN" sz="1000">
                        <a:solidFill>
                          <a:srgbClr val="000000"/>
                        </a:solidFill>
                        <a:latin typeface="仿宋"/>
                        <a:ea typeface="仿宋"/>
                      </a:endParaRPr>
                    </a:p>
                    <a:p>
                      <a:pPr marL="0" lvl="0" indent="0" algn="ctr" defTabSz="685800">
                        <a:buFontTx/>
                      </a:pPr>
                      <a:r>
                        <a:rPr lang="zh-CN" sz="900">
                          <a:solidFill>
                            <a:srgbClr val="000000"/>
                          </a:solidFill>
                          <a:latin typeface="仿宋"/>
                          <a:ea typeface="仿宋"/>
                        </a:rPr>
                        <a:t>（</a:t>
                      </a:r>
                      <a:r>
                        <a:rPr lang="en-US" sz="900">
                          <a:solidFill>
                            <a:srgbClr val="000000"/>
                          </a:solidFill>
                          <a:latin typeface="仿宋"/>
                          <a:ea typeface="仿宋"/>
                        </a:rPr>
                        <a:t>BP</a:t>
                      </a:r>
                      <a:r>
                        <a:rPr lang="zh-CN" sz="900">
                          <a:solidFill>
                            <a:srgbClr val="000000"/>
                          </a:solidFill>
                          <a:latin typeface="仿宋"/>
                          <a:ea typeface="仿宋"/>
                        </a:rPr>
                        <a:t>区块生产者）</a:t>
                      </a:r>
                      <a:endParaRPr lang="zh-CN" sz="9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extLst>
                  <a:ext uri="{0D108BD9-81ED-4DB2-BD59-A6C34878D82A}">
                    <a16:rowId val="5"/>
                  </a:ext>
                </a:extLst>
              </a:tr>
              <a:tr h="24447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性能</a:t>
                      </a:r>
                      <a:r>
                        <a:rPr lang="en-US" sz="1000">
                          <a:solidFill>
                            <a:srgbClr val="000000"/>
                          </a:solidFill>
                          <a:latin typeface="仿宋"/>
                          <a:ea typeface="仿宋"/>
                        </a:rPr>
                        <a:t>TPS</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en-US" sz="1000">
                          <a:solidFill>
                            <a:srgbClr val="000000"/>
                          </a:solidFill>
                          <a:latin typeface="仿宋"/>
                          <a:ea typeface="仿宋"/>
                        </a:rPr>
                        <a:t>&lt;10</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en-US" sz="1000">
                          <a:solidFill>
                            <a:srgbClr val="000000"/>
                          </a:solidFill>
                          <a:latin typeface="仿宋"/>
                          <a:ea typeface="仿宋"/>
                        </a:rPr>
                        <a:t>≈15</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数百至数千</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extLst>
                  <a:ext uri="{0D108BD9-81ED-4DB2-BD59-A6C34878D82A}">
                    <a16:rowId val="6"/>
                  </a:ext>
                </a:extLst>
              </a:tr>
              <a:tr h="54927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编程</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比特币脚本</a:t>
                      </a:r>
                      <a:endParaRPr lang="zh-CN" sz="1000">
                        <a:solidFill>
                          <a:srgbClr val="000000"/>
                        </a:solidFill>
                        <a:latin typeface="仿宋"/>
                        <a:ea typeface="仿宋"/>
                      </a:endParaRPr>
                    </a:p>
                    <a:p>
                      <a:pPr marL="0" lvl="0" indent="0" algn="ctr" defTabSz="685800">
                        <a:buFontTx/>
                      </a:pPr>
                      <a:r>
                        <a:rPr lang="en-US" sz="1000">
                          <a:solidFill>
                            <a:srgbClr val="000000"/>
                          </a:solidFill>
                          <a:latin typeface="仿宋"/>
                          <a:ea typeface="仿宋"/>
                        </a:rPr>
                        <a:t>UTXO</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图灵完备的脚本语言</a:t>
                      </a:r>
                      <a:r>
                        <a:rPr lang="en-US" sz="1000">
                          <a:solidFill>
                            <a:srgbClr val="000000"/>
                          </a:solidFill>
                          <a:latin typeface="仿宋"/>
                          <a:ea typeface="仿宋"/>
                        </a:rPr>
                        <a:t>Solidity</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en-US" sz="1000">
                          <a:solidFill>
                            <a:srgbClr val="000000"/>
                          </a:solidFill>
                          <a:latin typeface="仿宋"/>
                          <a:ea typeface="仿宋"/>
                        </a:rPr>
                        <a:t>C++/Rust/Python/Solidity</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extLst>
                  <a:ext uri="{0D108BD9-81ED-4DB2-BD59-A6C34878D82A}">
                    <a16:rowId val="7"/>
                  </a:ext>
                </a:extLst>
              </a:tr>
              <a:tr h="47942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虚拟机</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en-US" sz="1000">
                          <a:solidFill>
                            <a:srgbClr val="000000"/>
                          </a:solidFill>
                          <a:latin typeface="仿宋"/>
                          <a:ea typeface="仿宋"/>
                        </a:rPr>
                        <a:t>EVM</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en-US" sz="1000">
                          <a:solidFill>
                            <a:srgbClr val="000000"/>
                          </a:solidFill>
                          <a:latin typeface="仿宋"/>
                          <a:ea typeface="仿宋"/>
                        </a:rPr>
                        <a:t>WASM</a:t>
                      </a:r>
                      <a:endParaRPr lang="en-US" sz="1000">
                        <a:solidFill>
                          <a:srgbClr val="000000"/>
                        </a:solidFill>
                        <a:latin typeface="仿宋"/>
                        <a:ea typeface="仿宋"/>
                      </a:endParaRPr>
                    </a:p>
                    <a:p>
                      <a:pPr marL="0" lvl="0" indent="0" algn="ctr" defTabSz="685800">
                        <a:buFontTx/>
                      </a:pPr>
                      <a:r>
                        <a:rPr lang="en-US" sz="1000">
                          <a:solidFill>
                            <a:srgbClr val="000000"/>
                          </a:solidFill>
                          <a:latin typeface="仿宋"/>
                          <a:ea typeface="仿宋"/>
                        </a:rPr>
                        <a:t>Web Assembly</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extLst>
                  <a:ext uri="{0D108BD9-81ED-4DB2-BD59-A6C34878D82A}">
                    <a16:rowId val="8"/>
                  </a:ext>
                </a:extLst>
              </a:tr>
              <a:tr h="39687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开发支持</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智能合约</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支持账户、存储等</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extLst>
                  <a:ext uri="{0D108BD9-81ED-4DB2-BD59-A6C34878D82A}">
                    <a16:rowId val="9"/>
                  </a:ext>
                </a:extLst>
              </a:tr>
              <a:tr h="54927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改进方案</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闪电网络</a:t>
                      </a:r>
                      <a:endParaRPr lang="zh-CN" sz="1000">
                        <a:solidFill>
                          <a:srgbClr val="000000"/>
                        </a:solidFill>
                        <a:latin typeface="仿宋"/>
                        <a:ea typeface="仿宋"/>
                      </a:endParaRPr>
                    </a:p>
                    <a:p>
                      <a:pPr marL="0" lvl="0" indent="0" algn="ctr" defTabSz="685800">
                        <a:buFontTx/>
                      </a:pPr>
                      <a:r>
                        <a:rPr lang="en-US" sz="1000">
                          <a:solidFill>
                            <a:srgbClr val="000000"/>
                          </a:solidFill>
                          <a:latin typeface="仿宋"/>
                          <a:ea typeface="仿宋"/>
                        </a:rPr>
                        <a:t>(Lightening Network)</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分片</a:t>
                      </a:r>
                      <a:endParaRPr lang="zh-CN" sz="1000">
                        <a:solidFill>
                          <a:srgbClr val="000000"/>
                        </a:solidFill>
                        <a:latin typeface="仿宋"/>
                        <a:ea typeface="仿宋"/>
                      </a:endParaRPr>
                    </a:p>
                    <a:p>
                      <a:pPr marL="0" lvl="0" indent="0" algn="ctr" defTabSz="685800">
                        <a:buFontTx/>
                      </a:pPr>
                      <a:r>
                        <a:rPr lang="en-US" sz="1000">
                          <a:solidFill>
                            <a:srgbClr val="000000"/>
                          </a:solidFill>
                          <a:latin typeface="仿宋"/>
                          <a:ea typeface="仿宋"/>
                        </a:rPr>
                        <a:t>(Sharding)</a:t>
                      </a:r>
                      <a:endParaRPr lang="en-US"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CFD5EA"/>
                    </a:solidFill>
                  </a:tcPr>
                </a:tc>
                <a:extLst>
                  <a:ext uri="{0D108BD9-81ED-4DB2-BD59-A6C34878D82A}">
                    <a16:rowId val="10"/>
                  </a:ext>
                </a:extLst>
              </a:tr>
              <a:tr h="346075">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类比</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黄金挖矿</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高速公路建设</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tc>
                  <a:txBody>
                    <a:bodyPr tIns="45727" bIns="45727">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685800">
                        <a:buFontTx/>
                      </a:pPr>
                      <a:r>
                        <a:rPr lang="zh-CN" sz="1000">
                          <a:solidFill>
                            <a:srgbClr val="000000"/>
                          </a:solidFill>
                          <a:latin typeface="仿宋"/>
                          <a:ea typeface="仿宋"/>
                        </a:rPr>
                        <a:t>房地产开发</a:t>
                      </a:r>
                      <a:endParaRPr lang="zh-CN" sz="1000">
                        <a:solidFill>
                          <a:srgbClr val="000000"/>
                        </a:solidFill>
                        <a:latin typeface="仿宋"/>
                        <a:ea typeface="仿宋"/>
                      </a:endParaRPr>
                    </a:p>
                  </a:txBody>
                  <a:tcPr marT="45727" marB="45727">
                    <a:lnL w="12700">
                      <a:solidFill>
                        <a:schemeClr val="bg1"/>
                      </a:solidFill>
                      <a:miter lim="800000"/>
                    </a:lnL>
                    <a:lnR w="12700">
                      <a:solidFill>
                        <a:schemeClr val="bg1"/>
                      </a:solidFill>
                      <a:miter lim="800000"/>
                    </a:lnR>
                    <a:lnT w="12700">
                      <a:solidFill>
                        <a:schemeClr val="bg1"/>
                      </a:solidFill>
                      <a:miter lim="800000"/>
                    </a:lnT>
                    <a:lnB w="12700">
                      <a:solidFill>
                        <a:schemeClr val="bg1"/>
                      </a:solidFill>
                      <a:miter lim="800000"/>
                    </a:lnB>
                    <a:solidFill>
                      <a:srgbClr val="E9EBF5"/>
                    </a:solidFill>
                  </a:tcPr>
                </a:tc>
                <a:extLst>
                  <a:ext uri="{0D108BD9-81ED-4DB2-BD59-A6C34878D82A}">
                    <a16:rowId val="11"/>
                  </a:ext>
                </a:extLst>
              </a:tr>
            </a:tbl>
          </a:graphicData>
        </a:graphic>
      </p:graphicFrame>
    </p:spTree>
  </p:cSld>
  <p:clrMapOvr>
    <a:masterClrMapping/>
  </p:clrMapOvr>
</p:sld>
</file>

<file path=ppt/slides/slide20.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306" name=""/>
        <p:cNvGrpSpPr/>
        <p:nvPr/>
      </p:nvGrpSpPr>
      <p:grpSpPr>
        <a:xfrm>
          <a:off x="0" y="0"/>
          <a:ext cx="0" cy="0"/>
          <a:chOff x="0" y="0"/>
          <a:chExt cx="0" cy="0"/>
        </a:xfrm>
      </p:grpSpPr>
      <p:sp>
        <p:nvSpPr>
          <p:cNvPr id="307"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E9DA7211-FA88-4EBB-A6BC-91FA15983D45}" type="slidenum">
              <a:rPr lang="en-US" sz="900">
                <a:solidFill>
                  <a:srgbClr val="898989"/>
                </a:solidFill>
                <a:ea typeface="黑体"/>
              </a:rPr>
              <a:t>20</a:t>
            </a:fld>
            <a:endParaRPr lang="en-US" sz="900">
              <a:solidFill>
                <a:srgbClr val="898989"/>
              </a:solidFill>
              <a:ea typeface="黑体"/>
            </a:endParaRPr>
          </a:p>
        </p:txBody>
      </p:sp>
      <p:sp>
        <p:nvSpPr>
          <p:cNvPr id="308"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联盟链及私有链</a:t>
            </a:r>
            <a:endParaRPr lang="zh-CN" sz="3000">
              <a:solidFill>
                <a:srgbClr val="0070C0"/>
              </a:solidFill>
              <a:latin typeface="微软雅黑"/>
              <a:ea typeface="等线 Light"/>
            </a:endParaRPr>
          </a:p>
        </p:txBody>
      </p:sp>
      <p:sp>
        <p:nvSpPr>
          <p:cNvPr id="309" name="Text Box 81"/>
          <p:cNvSpPr/>
          <p:nvPr/>
        </p:nvSpPr>
        <p:spPr>
          <a:xfrm>
            <a:off x="1390650" y="3270250"/>
            <a:ext cx="828675" cy="350838"/>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600" b="true">
                <a:solidFill>
                  <a:srgbClr val="0B86D9"/>
                </a:solidFill>
                <a:latin typeface="微软雅黑"/>
                <a:ea typeface="微软雅黑"/>
              </a:rPr>
              <a:t>公有链</a:t>
            </a:r>
            <a:endParaRPr lang="en-US" sz="1600" b="true">
              <a:solidFill>
                <a:srgbClr val="0B86D9"/>
              </a:solidFill>
              <a:latin typeface="微软雅黑"/>
              <a:ea typeface="微软雅黑"/>
            </a:endParaRPr>
          </a:p>
        </p:txBody>
      </p:sp>
      <p:sp>
        <p:nvSpPr>
          <p:cNvPr id="310" name="Text Box 82"/>
          <p:cNvSpPr/>
          <p:nvPr/>
        </p:nvSpPr>
        <p:spPr>
          <a:xfrm>
            <a:off x="447675" y="3824288"/>
            <a:ext cx="2714625" cy="43656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nSpc>
                <a:spcPct val="130000"/>
              </a:lnSpc>
            </a:pPr>
            <a:r>
              <a:rPr lang="en-US" sz="900">
                <a:solidFill>
                  <a:srgbClr val="3E3E3E"/>
                </a:solidFill>
                <a:latin typeface="微软雅黑"/>
                <a:ea typeface="微软雅黑"/>
              </a:rPr>
              <a:t>1、无</a:t>
            </a:r>
            <a:r>
              <a:rPr lang="en-US" sz="900">
                <a:solidFill>
                  <a:srgbClr val="3E3E3E"/>
                </a:solidFill>
                <a:latin typeface="微软雅黑"/>
                <a:ea typeface="微软雅黑"/>
              </a:rPr>
              <a:t>名义上的官方机构，但有事实上的维护者</a:t>
            </a:r>
            <a:endParaRPr lang="en-US" sz="900">
              <a:solidFill>
                <a:srgbClr val="3E3E3E"/>
              </a:solidFill>
              <a:latin typeface="微软雅黑"/>
              <a:ea typeface="微软雅黑"/>
            </a:endParaRPr>
          </a:p>
          <a:p>
            <a:pPr marL="0" lvl="0" indent="0">
              <a:lnSpc>
                <a:spcPct val="110000"/>
              </a:lnSpc>
            </a:pPr>
            <a:r>
              <a:rPr lang="en-US" sz="900">
                <a:solidFill>
                  <a:srgbClr val="3E3E3E"/>
                </a:solidFill>
                <a:latin typeface="微软雅黑"/>
                <a:ea typeface="微软雅黑"/>
              </a:rPr>
              <a:t>2、所有节点权限一致</a:t>
            </a:r>
            <a:endParaRPr lang="en-US" sz="900">
              <a:latin typeface="微软雅黑"/>
              <a:ea typeface="微软雅黑"/>
            </a:endParaRPr>
          </a:p>
        </p:txBody>
      </p:sp>
      <p:sp>
        <p:nvSpPr>
          <p:cNvPr id="311" name="Text Box 83"/>
          <p:cNvSpPr/>
          <p:nvPr/>
        </p:nvSpPr>
        <p:spPr>
          <a:xfrm>
            <a:off x="1219200" y="3584575"/>
            <a:ext cx="1171575" cy="241300"/>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900" b="true">
                <a:solidFill>
                  <a:srgbClr val="0B86D9"/>
                </a:solidFill>
                <a:latin typeface="微软雅黑"/>
                <a:ea typeface="微软雅黑"/>
              </a:rPr>
              <a:t>典型应用：比特币</a:t>
            </a:r>
            <a:endParaRPr lang="en-US" sz="1400">
              <a:latin typeface="微软雅黑"/>
              <a:ea typeface="微软雅黑"/>
            </a:endParaRPr>
          </a:p>
        </p:txBody>
      </p:sp>
      <p:sp>
        <p:nvSpPr>
          <p:cNvPr id="312" name="Text Box 84"/>
          <p:cNvSpPr/>
          <p:nvPr/>
        </p:nvSpPr>
        <p:spPr>
          <a:xfrm>
            <a:off x="7062788" y="3270250"/>
            <a:ext cx="828675" cy="350838"/>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600" b="true">
                <a:solidFill>
                  <a:srgbClr val="0B86D9"/>
                </a:solidFill>
                <a:latin typeface="微软雅黑"/>
                <a:ea typeface="微软雅黑"/>
              </a:rPr>
              <a:t>私有链</a:t>
            </a:r>
            <a:endParaRPr lang="en-US" sz="1600" b="true">
              <a:solidFill>
                <a:srgbClr val="0B86D9"/>
              </a:solidFill>
              <a:latin typeface="微软雅黑"/>
              <a:ea typeface="微软雅黑"/>
            </a:endParaRPr>
          </a:p>
        </p:txBody>
      </p:sp>
      <p:sp>
        <p:nvSpPr>
          <p:cNvPr id="313" name="Text Box 85"/>
          <p:cNvSpPr/>
          <p:nvPr/>
        </p:nvSpPr>
        <p:spPr>
          <a:xfrm>
            <a:off x="6715125" y="3779838"/>
            <a:ext cx="1522413" cy="4572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nSpc>
                <a:spcPct val="130000"/>
              </a:lnSpc>
            </a:pPr>
            <a:r>
              <a:rPr lang="en-US" sz="900">
                <a:solidFill>
                  <a:srgbClr val="3E3E3E"/>
                </a:solidFill>
                <a:latin typeface="微软雅黑"/>
                <a:ea typeface="微软雅黑"/>
              </a:rPr>
              <a:t>1、由企业内部进行维护</a:t>
            </a:r>
            <a:endParaRPr lang="en-US" sz="900">
              <a:solidFill>
                <a:srgbClr val="3E3E3E"/>
              </a:solidFill>
              <a:latin typeface="微软雅黑"/>
              <a:ea typeface="微软雅黑"/>
            </a:endParaRPr>
          </a:p>
          <a:p>
            <a:pPr marL="0" lvl="0" indent="0">
              <a:lnSpc>
                <a:spcPct val="130000"/>
              </a:lnSpc>
            </a:pPr>
            <a:r>
              <a:rPr lang="en-US" sz="900">
                <a:solidFill>
                  <a:srgbClr val="3E3E3E"/>
                </a:solidFill>
                <a:latin typeface="微软雅黑"/>
                <a:ea typeface="微软雅黑"/>
              </a:rPr>
              <a:t>2、节点权限可任意限制</a:t>
            </a:r>
            <a:endParaRPr lang="en-US" sz="900">
              <a:solidFill>
                <a:srgbClr val="3E3E3E"/>
              </a:solidFill>
              <a:latin typeface="微软雅黑"/>
              <a:ea typeface="微软雅黑"/>
            </a:endParaRPr>
          </a:p>
        </p:txBody>
      </p:sp>
      <p:sp>
        <p:nvSpPr>
          <p:cNvPr id="314" name="Text Box 86"/>
          <p:cNvSpPr/>
          <p:nvPr/>
        </p:nvSpPr>
        <p:spPr>
          <a:xfrm>
            <a:off x="6397625" y="3584575"/>
            <a:ext cx="2159000" cy="241300"/>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900" b="true">
                <a:solidFill>
                  <a:srgbClr val="0B86D9"/>
                </a:solidFill>
                <a:latin typeface="微软雅黑"/>
                <a:ea typeface="微软雅黑"/>
              </a:rPr>
              <a:t>典型应用：招行区块链跨境清算系统</a:t>
            </a:r>
            <a:endParaRPr lang="en-US" sz="1400">
              <a:latin typeface="微软雅黑"/>
              <a:ea typeface="微软雅黑"/>
            </a:endParaRPr>
          </a:p>
        </p:txBody>
      </p:sp>
      <p:sp>
        <p:nvSpPr>
          <p:cNvPr id="315" name="Text Box 87"/>
          <p:cNvSpPr/>
          <p:nvPr/>
        </p:nvSpPr>
        <p:spPr>
          <a:xfrm>
            <a:off x="4130675" y="3270250"/>
            <a:ext cx="830263" cy="350838"/>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1600" b="true">
                <a:solidFill>
                  <a:srgbClr val="0B86D9"/>
                </a:solidFill>
                <a:latin typeface="微软雅黑"/>
                <a:ea typeface="微软雅黑"/>
              </a:rPr>
              <a:t>联盟链</a:t>
            </a:r>
            <a:endParaRPr lang="en-US" sz="1600" b="true">
              <a:solidFill>
                <a:srgbClr val="0B86D9"/>
              </a:solidFill>
              <a:latin typeface="微软雅黑"/>
              <a:ea typeface="微软雅黑"/>
            </a:endParaRPr>
          </a:p>
        </p:txBody>
      </p:sp>
      <p:sp>
        <p:nvSpPr>
          <p:cNvPr id="316" name="Text Box 88"/>
          <p:cNvSpPr/>
          <p:nvPr/>
        </p:nvSpPr>
        <p:spPr>
          <a:xfrm>
            <a:off x="3451225" y="3824288"/>
            <a:ext cx="2189163" cy="457200"/>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nSpc>
                <a:spcPct val="130000"/>
              </a:lnSpc>
            </a:pPr>
            <a:r>
              <a:rPr lang="en-US" sz="900">
                <a:solidFill>
                  <a:srgbClr val="3E3E3E"/>
                </a:solidFill>
                <a:latin typeface="微软雅黑"/>
                <a:ea typeface="微软雅黑"/>
              </a:rPr>
              <a:t>1、由若干机构联合进行发起和维护</a:t>
            </a:r>
            <a:endParaRPr lang="en-US" sz="900">
              <a:solidFill>
                <a:srgbClr val="3E3E3E"/>
              </a:solidFill>
              <a:latin typeface="微软雅黑"/>
              <a:ea typeface="微软雅黑"/>
            </a:endParaRPr>
          </a:p>
          <a:p>
            <a:pPr marL="0" lvl="0" indent="0">
              <a:lnSpc>
                <a:spcPct val="130000"/>
              </a:lnSpc>
            </a:pPr>
            <a:r>
              <a:rPr lang="en-US" sz="900">
                <a:solidFill>
                  <a:srgbClr val="3E3E3E"/>
                </a:solidFill>
                <a:latin typeface="微软雅黑"/>
                <a:ea typeface="微软雅黑"/>
              </a:rPr>
              <a:t>2、节点权限通常是混合型</a:t>
            </a:r>
            <a:endParaRPr lang="en-US" sz="900">
              <a:solidFill>
                <a:srgbClr val="3E3E3E"/>
              </a:solidFill>
              <a:latin typeface="微软雅黑"/>
              <a:ea typeface="微软雅黑"/>
            </a:endParaRPr>
          </a:p>
        </p:txBody>
      </p:sp>
      <p:sp>
        <p:nvSpPr>
          <p:cNvPr id="317" name="Text Box 89"/>
          <p:cNvSpPr/>
          <p:nvPr/>
        </p:nvSpPr>
        <p:spPr>
          <a:xfrm>
            <a:off x="3430588" y="3584575"/>
            <a:ext cx="2230437" cy="241300"/>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en-US" sz="900" b="true">
                <a:solidFill>
                  <a:srgbClr val="0B86D9"/>
                </a:solidFill>
                <a:latin typeface="微软雅黑"/>
                <a:ea typeface="微软雅黑"/>
              </a:rPr>
              <a:t>典型应用：腾讯区块链（</a:t>
            </a:r>
            <a:r>
              <a:rPr lang="en-US" sz="900" b="true">
                <a:solidFill>
                  <a:srgbClr val="0B86D9"/>
                </a:solidFill>
                <a:latin typeface="微软雅黑"/>
                <a:ea typeface="微软雅黑"/>
              </a:rPr>
              <a:t>TrustSQL</a:t>
            </a:r>
            <a:r>
              <a:rPr lang="en-US" sz="900" b="true">
                <a:solidFill>
                  <a:srgbClr val="0B86D9"/>
                </a:solidFill>
                <a:latin typeface="微软雅黑"/>
                <a:ea typeface="微软雅黑"/>
              </a:rPr>
              <a:t>）</a:t>
            </a:r>
            <a:endParaRPr lang="en-US" sz="1400">
              <a:latin typeface="微软雅黑"/>
              <a:ea typeface="微软雅黑"/>
            </a:endParaRPr>
          </a:p>
        </p:txBody>
      </p:sp>
      <p:sp>
        <p:nvSpPr>
          <p:cNvPr id="318" name="矩形: 圆角 93"/>
          <p:cNvSpPr/>
          <p:nvPr/>
        </p:nvSpPr>
        <p:spPr>
          <a:xfrm>
            <a:off x="3248025" y="1493838"/>
            <a:ext cx="2597150" cy="2911475"/>
          </a:xfrm>
          <a:prstGeom prst="roundRect">
            <a:avLst>
              <a:gd name="adj" fmla="val 6955"/>
            </a:avLst>
          </a:prstGeom>
          <a:noFill/>
          <a:ln w="25400">
            <a:solidFill>
              <a:srgbClr val="EA305E"/>
            </a:solidFill>
            <a:prstDash val="dash"/>
            <a:miter lim="800000"/>
          </a:ln>
        </p:spPr>
        <p:txBody>
          <a:bodyPr anchor="ctr"/>
          <a:p>
            <a:pPr marL="0" lvl="0" indent="0" algn="ctr" defTabSz="914400">
              <a:lnSpc>
                <a:spcPct val="100000"/>
              </a:lnSpc>
              <a:spcBef>
                <a:spcPct val="1"/>
              </a:spcBef>
              <a:spcAft>
                <a:spcPct val="1"/>
              </a:spcAft>
              <a:buClrTx/>
              <a:buSzTx/>
              <a:buFontTx/>
              <a:buNone/>
            </a:pPr>
            <a:endParaRPr lang="zh-CN" sz="1800" b="false" i="false" u="none" strike="noStrike" kern="1200" spc="0" baseline="0">
              <a:ln>
                <a:noFill/>
              </a:ln>
              <a:solidFill>
                <a:schemeClr val="lt1"/>
              </a:solidFill>
              <a:latin typeface="等线"/>
              <a:ea typeface="Arial"/>
            </a:endParaRPr>
          </a:p>
        </p:txBody>
      </p:sp>
      <p:sp>
        <p:nvSpPr>
          <p:cNvPr id="319" name="文本框 97"/>
          <p:cNvSpPr/>
          <p:nvPr/>
        </p:nvSpPr>
        <p:spPr>
          <a:xfrm>
            <a:off x="395288" y="771525"/>
            <a:ext cx="4095750" cy="652463"/>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a:buChar char="l"/>
            </a:pPr>
            <a:r>
              <a:rPr lang="zh-CN" sz="1200">
                <a:latin typeface="微软雅黑"/>
                <a:ea typeface="微软雅黑"/>
              </a:rPr>
              <a:t>区块链最大的中心，就是 </a:t>
            </a:r>
            <a:r>
              <a:rPr lang="zh-CN" sz="1200" b="true">
                <a:solidFill>
                  <a:srgbClr val="2392E4"/>
                </a:solidFill>
                <a:latin typeface="微软雅黑"/>
                <a:ea typeface="微软雅黑"/>
              </a:rPr>
              <a:t>规则设计者</a:t>
            </a:r>
            <a:endParaRPr lang="zh-CN" sz="1200" b="true">
              <a:solidFill>
                <a:srgbClr val="2392E4"/>
              </a:solidFill>
              <a:latin typeface="微软雅黑"/>
              <a:ea typeface="微软雅黑"/>
            </a:endParaRPr>
          </a:p>
          <a:p>
            <a:pPr marL="285750" lvl="0" indent="-285750">
              <a:buChar char="l"/>
            </a:pPr>
            <a:r>
              <a:rPr lang="zh-CN" sz="1200">
                <a:solidFill>
                  <a:srgbClr val="000000"/>
                </a:solidFill>
                <a:latin typeface="微软雅黑"/>
                <a:ea typeface="微软雅黑"/>
              </a:rPr>
              <a:t>不论链的形式如何，终究 </a:t>
            </a:r>
            <a:r>
              <a:rPr lang="zh-CN" sz="1200" b="true">
                <a:solidFill>
                  <a:srgbClr val="2392E4"/>
                </a:solidFill>
                <a:latin typeface="微软雅黑"/>
                <a:ea typeface="微软雅黑"/>
              </a:rPr>
              <a:t>需要人来维护</a:t>
            </a:r>
            <a:endParaRPr lang="zh-CN" sz="1200" b="true">
              <a:solidFill>
                <a:srgbClr val="2392E4"/>
              </a:solidFill>
              <a:latin typeface="微软雅黑"/>
              <a:ea typeface="微软雅黑"/>
            </a:endParaRPr>
          </a:p>
          <a:p>
            <a:pPr marL="285750" lvl="0" indent="-285750">
              <a:buChar char="l"/>
            </a:pPr>
            <a:endParaRPr lang="en-US" sz="1200" b="true">
              <a:solidFill>
                <a:srgbClr val="2392E4"/>
              </a:solidFill>
              <a:latin typeface="微软雅黑"/>
              <a:ea typeface="微软雅黑"/>
            </a:endParaRPr>
          </a:p>
        </p:txBody>
      </p:sp>
      <p:pic>
        <p:nvPicPr>
          <p:cNvPr id="320" name="图片 103"/>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1044575" y="1636713"/>
            <a:ext cx="1522413" cy="1517650"/>
          </a:xfrm>
          <a:prstGeom prst="rect"/>
          <a:noFill/>
          <a:ln>
            <a:noFill/>
            <a:miter lim="800000"/>
          </a:ln>
        </p:spPr>
      </p:pic>
      <p:grpSp>
        <p:nvGrpSpPr>
          <p:cNvPr id="321" name="组合 123"/>
          <p:cNvGrpSpPr/>
          <p:nvPr/>
        </p:nvGrpSpPr>
        <p:grpSpPr>
          <a:xfrm>
            <a:off x="3678238" y="1604963"/>
            <a:ext cx="1735137" cy="1582737"/>
            <a:chOff x="3590803" y="2323592"/>
            <a:chExt cx="1703369" cy="1552823"/>
          </a:xfrm>
        </p:grpSpPr>
        <p:grpSp>
          <p:nvGrpSpPr>
            <p:cNvPr id="322" name="组合 107"/>
            <p:cNvGrpSpPr>
              <a:grpSpLocks noChangeAspect="true"/>
            </p:cNvGrpSpPr>
            <p:nvPr/>
          </p:nvGrpSpPr>
          <p:grpSpPr>
            <a:xfrm>
              <a:off x="4942008" y="3199711"/>
              <a:ext cx="352164" cy="234000"/>
              <a:chOff x="4894425" y="3008044"/>
              <a:chExt cx="487770" cy="322005"/>
            </a:xfrm>
          </p:grpSpPr>
          <p:sp>
            <p:nvSpPr>
              <p:cNvPr id="323" name="Freeform 1218"/>
              <p:cNvSpPr>
                <a:spLocks noEditPoints="true"/>
              </p:cNvSpPr>
              <p:nvPr/>
            </p:nvSpPr>
            <p:spPr>
              <a:xfrm>
                <a:off x="5023879" y="3009077"/>
                <a:ext cx="358316" cy="317201"/>
              </a:xfrm>
              <a:custGeom>
                <a:pathLst>
                  <a:path w="358316" h="317201">
                    <a:moveTo>
                      <a:pt x="276415" y="276272"/>
                    </a:moveTo>
                    <a:lnTo>
                      <a:pt x="214990" y="276272"/>
                    </a:lnTo>
                    <a:lnTo>
                      <a:pt x="214990" y="204646"/>
                    </a:lnTo>
                    <a:lnTo>
                      <a:pt x="143326" y="204646"/>
                    </a:lnTo>
                    <a:lnTo>
                      <a:pt x="143326" y="276272"/>
                    </a:lnTo>
                    <a:lnTo>
                      <a:pt x="71663" y="276272"/>
                    </a:lnTo>
                    <a:lnTo>
                      <a:pt x="71663" y="153484"/>
                    </a:lnTo>
                    <a:lnTo>
                      <a:pt x="174039" y="51161"/>
                    </a:lnTo>
                    <a:lnTo>
                      <a:pt x="276415" y="153484"/>
                    </a:lnTo>
                    <a:lnTo>
                      <a:pt x="276415" y="276272"/>
                    </a:lnTo>
                    <a:close/>
                    <a:moveTo>
                      <a:pt x="174039" y="0"/>
                    </a:moveTo>
                    <a:lnTo>
                      <a:pt x="0" y="173949"/>
                    </a:lnTo>
                    <a:lnTo>
                      <a:pt x="40950" y="173949"/>
                    </a:lnTo>
                    <a:lnTo>
                      <a:pt x="40950" y="317201"/>
                    </a:lnTo>
                    <a:lnTo>
                      <a:pt x="317366" y="317201"/>
                    </a:lnTo>
                    <a:lnTo>
                      <a:pt x="317366" y="173949"/>
                    </a:lnTo>
                    <a:lnTo>
                      <a:pt x="358316" y="173949"/>
                    </a:lnTo>
                    <a:lnTo>
                      <a:pt x="174039" y="0"/>
                    </a:lnTo>
                    <a:close/>
                  </a:path>
                </a:pathLst>
              </a:custGeom>
              <a:solidFill>
                <a:srgbClr val="2492E5"/>
              </a:solidFill>
              <a:ln w="9525">
                <a:noFill/>
                <a:round/>
              </a:ln>
            </p:spPr>
            <p:txBody>
              <a:bodyPr/>
              <a:p/>
            </p:txBody>
          </p:sp>
          <p:sp>
            <p:nvSpPr>
              <p:cNvPr id="324" name="Freeform 1282"/>
              <p:cNvSpPr>
                <a:spLocks noEditPoints="true"/>
              </p:cNvSpPr>
              <p:nvPr/>
            </p:nvSpPr>
            <p:spPr>
              <a:xfrm>
                <a:off x="4894367" y="3165535"/>
                <a:ext cx="116561" cy="165030"/>
              </a:xfrm>
              <a:custGeom>
                <a:pathLst>
                  <a:path w="116561" h="165030">
                    <a:moveTo>
                      <a:pt x="116561" y="81714"/>
                    </a:moveTo>
                    <a:cubicBezTo>
                      <a:pt x="0" y="81714"/>
                      <a:pt x="0" y="81714"/>
                      <a:pt x="0" y="81714"/>
                    </a:cubicBezTo>
                    <a:cubicBezTo>
                      <a:pt x="0" y="165030"/>
                      <a:pt x="0" y="165030"/>
                      <a:pt x="0" y="165030"/>
                    </a:cubicBezTo>
                    <a:cubicBezTo>
                      <a:pt x="116561" y="165030"/>
                      <a:pt x="116561" y="165030"/>
                      <a:pt x="116561" y="165030"/>
                    </a:cubicBezTo>
                    <a:lnTo>
                      <a:pt x="116561" y="81714"/>
                    </a:lnTo>
                    <a:close/>
                    <a:moveTo>
                      <a:pt x="97659" y="100941"/>
                    </a:moveTo>
                    <a:cubicBezTo>
                      <a:pt x="97659" y="145803"/>
                      <a:pt x="97659" y="145803"/>
                      <a:pt x="97659" y="145803"/>
                    </a:cubicBezTo>
                    <a:cubicBezTo>
                      <a:pt x="18902" y="145803"/>
                      <a:pt x="18902" y="145803"/>
                      <a:pt x="18902" y="145803"/>
                    </a:cubicBezTo>
                    <a:cubicBezTo>
                      <a:pt x="18902" y="100941"/>
                      <a:pt x="18902" y="100941"/>
                      <a:pt x="18902" y="100941"/>
                    </a:cubicBezTo>
                    <a:lnTo>
                      <a:pt x="97659" y="100941"/>
                    </a:lnTo>
                    <a:close/>
                    <a:moveTo>
                      <a:pt x="14176" y="68896"/>
                    </a:moveTo>
                    <a:cubicBezTo>
                      <a:pt x="14176" y="44863"/>
                      <a:pt x="14176" y="44863"/>
                      <a:pt x="14176" y="44863"/>
                    </a:cubicBezTo>
                    <a:cubicBezTo>
                      <a:pt x="14176" y="19227"/>
                      <a:pt x="33078" y="0"/>
                      <a:pt x="58281" y="0"/>
                    </a:cubicBezTo>
                    <a:cubicBezTo>
                      <a:pt x="81908" y="0"/>
                      <a:pt x="100810" y="19227"/>
                      <a:pt x="100810" y="44863"/>
                    </a:cubicBezTo>
                    <a:cubicBezTo>
                      <a:pt x="100810" y="68896"/>
                      <a:pt x="100810" y="68896"/>
                      <a:pt x="100810" y="68896"/>
                    </a:cubicBezTo>
                    <a:cubicBezTo>
                      <a:pt x="81908" y="68896"/>
                      <a:pt x="81908" y="68896"/>
                      <a:pt x="81908" y="68896"/>
                    </a:cubicBezTo>
                    <a:cubicBezTo>
                      <a:pt x="81908" y="44863"/>
                      <a:pt x="81908" y="44863"/>
                      <a:pt x="81908" y="44863"/>
                    </a:cubicBezTo>
                    <a:cubicBezTo>
                      <a:pt x="81908" y="30442"/>
                      <a:pt x="70882" y="20829"/>
                      <a:pt x="58281" y="20829"/>
                    </a:cubicBezTo>
                    <a:cubicBezTo>
                      <a:pt x="44104" y="20829"/>
                      <a:pt x="34653" y="30442"/>
                      <a:pt x="34653" y="44863"/>
                    </a:cubicBezTo>
                    <a:cubicBezTo>
                      <a:pt x="34653" y="68896"/>
                      <a:pt x="34653" y="68896"/>
                      <a:pt x="34653" y="68896"/>
                    </a:cubicBezTo>
                    <a:lnTo>
                      <a:pt x="14176" y="68896"/>
                    </a:lnTo>
                    <a:close/>
                    <a:moveTo>
                      <a:pt x="80333" y="115361"/>
                    </a:moveTo>
                    <a:cubicBezTo>
                      <a:pt x="75607" y="115361"/>
                      <a:pt x="72457" y="118565"/>
                      <a:pt x="72457" y="123372"/>
                    </a:cubicBezTo>
                    <a:cubicBezTo>
                      <a:pt x="72457" y="128179"/>
                      <a:pt x="75607" y="131383"/>
                      <a:pt x="80333" y="131383"/>
                    </a:cubicBezTo>
                    <a:cubicBezTo>
                      <a:pt x="85058" y="131383"/>
                      <a:pt x="88208" y="128179"/>
                      <a:pt x="88208" y="123372"/>
                    </a:cubicBezTo>
                    <a:cubicBezTo>
                      <a:pt x="88208" y="118565"/>
                      <a:pt x="85058" y="115361"/>
                      <a:pt x="80333" y="115361"/>
                    </a:cubicBezTo>
                    <a:close/>
                    <a:moveTo>
                      <a:pt x="58281" y="115361"/>
                    </a:moveTo>
                    <a:cubicBezTo>
                      <a:pt x="53555" y="115361"/>
                      <a:pt x="50405" y="118565"/>
                      <a:pt x="50405" y="123372"/>
                    </a:cubicBezTo>
                    <a:cubicBezTo>
                      <a:pt x="50405" y="128179"/>
                      <a:pt x="53555" y="131383"/>
                      <a:pt x="58281" y="131383"/>
                    </a:cubicBezTo>
                    <a:cubicBezTo>
                      <a:pt x="63006" y="131383"/>
                      <a:pt x="66156" y="128179"/>
                      <a:pt x="66156" y="123372"/>
                    </a:cubicBezTo>
                    <a:cubicBezTo>
                      <a:pt x="66156" y="118565"/>
                      <a:pt x="63006" y="115361"/>
                      <a:pt x="58281" y="115361"/>
                    </a:cubicBezTo>
                    <a:close/>
                    <a:moveTo>
                      <a:pt x="44104" y="123372"/>
                    </a:moveTo>
                    <a:cubicBezTo>
                      <a:pt x="44104" y="128179"/>
                      <a:pt x="40954" y="131383"/>
                      <a:pt x="36228" y="131383"/>
                    </a:cubicBezTo>
                    <a:cubicBezTo>
                      <a:pt x="31503" y="131383"/>
                      <a:pt x="28353" y="128179"/>
                      <a:pt x="28353" y="123372"/>
                    </a:cubicBezTo>
                    <a:cubicBezTo>
                      <a:pt x="28353" y="118565"/>
                      <a:pt x="31503" y="115361"/>
                      <a:pt x="36228" y="115361"/>
                    </a:cubicBezTo>
                    <a:cubicBezTo>
                      <a:pt x="40954" y="115361"/>
                      <a:pt x="44104" y="118565"/>
                      <a:pt x="44104" y="123372"/>
                    </a:cubicBezTo>
                    <a:close/>
                  </a:path>
                </a:pathLst>
              </a:custGeom>
              <a:solidFill>
                <a:srgbClr val="2492E5"/>
              </a:solidFill>
              <a:ln w="9525">
                <a:noFill/>
                <a:round/>
              </a:ln>
            </p:spPr>
            <p:txBody>
              <a:bodyPr/>
              <a:p/>
            </p:txBody>
          </p:sp>
        </p:grpSp>
        <p:pic>
          <p:nvPicPr>
            <p:cNvPr id="325" name="图片 106"/>
            <p:cNvPicPr>
              <a:picLocks noChangeAspect="true"/>
            </p:cNvPicPr>
            <p:nvPr/>
          </p:nvPicPr>
          <p:blipFill>
            <a:blip r:embed="rId3">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3984272" y="2573180"/>
              <a:ext cx="926188" cy="1060832"/>
            </a:xfrm>
            <a:prstGeom prst="rect"/>
            <a:noFill/>
            <a:ln>
              <a:noFill/>
              <a:miter lim="800000"/>
            </a:ln>
          </p:spPr>
        </p:pic>
        <p:grpSp>
          <p:nvGrpSpPr>
            <p:cNvPr id="326" name="组合 108"/>
            <p:cNvGrpSpPr>
              <a:grpSpLocks noChangeAspect="true"/>
            </p:cNvGrpSpPr>
            <p:nvPr/>
          </p:nvGrpSpPr>
          <p:grpSpPr>
            <a:xfrm>
              <a:off x="4935217" y="2677947"/>
              <a:ext cx="352164" cy="234000"/>
              <a:chOff x="4894425" y="3008044"/>
              <a:chExt cx="487770" cy="322005"/>
            </a:xfrm>
          </p:grpSpPr>
          <p:sp>
            <p:nvSpPr>
              <p:cNvPr id="327" name="Freeform 1218"/>
              <p:cNvSpPr>
                <a:spLocks noEditPoints="true"/>
              </p:cNvSpPr>
              <p:nvPr/>
            </p:nvSpPr>
            <p:spPr>
              <a:xfrm>
                <a:off x="5024651" y="3009082"/>
                <a:ext cx="358316" cy="317201"/>
              </a:xfrm>
              <a:custGeom>
                <a:pathLst>
                  <a:path w="358316" h="317201">
                    <a:moveTo>
                      <a:pt x="276415" y="276272"/>
                    </a:moveTo>
                    <a:lnTo>
                      <a:pt x="214990" y="276272"/>
                    </a:lnTo>
                    <a:lnTo>
                      <a:pt x="214990" y="204646"/>
                    </a:lnTo>
                    <a:lnTo>
                      <a:pt x="143326" y="204646"/>
                    </a:lnTo>
                    <a:lnTo>
                      <a:pt x="143326" y="276272"/>
                    </a:lnTo>
                    <a:lnTo>
                      <a:pt x="71663" y="276272"/>
                    </a:lnTo>
                    <a:lnTo>
                      <a:pt x="71663" y="153484"/>
                    </a:lnTo>
                    <a:lnTo>
                      <a:pt x="174039" y="51161"/>
                    </a:lnTo>
                    <a:lnTo>
                      <a:pt x="276415" y="153484"/>
                    </a:lnTo>
                    <a:lnTo>
                      <a:pt x="276415" y="276272"/>
                    </a:lnTo>
                    <a:close/>
                    <a:moveTo>
                      <a:pt x="174039" y="0"/>
                    </a:moveTo>
                    <a:lnTo>
                      <a:pt x="0" y="173949"/>
                    </a:lnTo>
                    <a:lnTo>
                      <a:pt x="40950" y="173949"/>
                    </a:lnTo>
                    <a:lnTo>
                      <a:pt x="40950" y="317201"/>
                    </a:lnTo>
                    <a:lnTo>
                      <a:pt x="317366" y="317201"/>
                    </a:lnTo>
                    <a:lnTo>
                      <a:pt x="317366" y="173949"/>
                    </a:lnTo>
                    <a:lnTo>
                      <a:pt x="358316" y="173949"/>
                    </a:lnTo>
                    <a:lnTo>
                      <a:pt x="174039" y="0"/>
                    </a:lnTo>
                    <a:close/>
                  </a:path>
                </a:pathLst>
              </a:custGeom>
              <a:solidFill>
                <a:srgbClr val="2492E5"/>
              </a:solidFill>
              <a:ln w="9525">
                <a:noFill/>
                <a:round/>
              </a:ln>
            </p:spPr>
            <p:txBody>
              <a:bodyPr/>
              <a:p/>
            </p:txBody>
          </p:sp>
          <p:sp>
            <p:nvSpPr>
              <p:cNvPr id="328" name="Freeform 1282"/>
              <p:cNvSpPr>
                <a:spLocks noEditPoints="true"/>
              </p:cNvSpPr>
              <p:nvPr/>
            </p:nvSpPr>
            <p:spPr>
              <a:xfrm>
                <a:off x="4895139" y="3165539"/>
                <a:ext cx="116561" cy="165031"/>
              </a:xfrm>
              <a:custGeom>
                <a:pathLst>
                  <a:path w="116561" h="165031">
                    <a:moveTo>
                      <a:pt x="116561" y="81714"/>
                    </a:moveTo>
                    <a:cubicBezTo>
                      <a:pt x="0" y="81714"/>
                      <a:pt x="0" y="81714"/>
                      <a:pt x="0" y="81714"/>
                    </a:cubicBezTo>
                    <a:cubicBezTo>
                      <a:pt x="0" y="165031"/>
                      <a:pt x="0" y="165031"/>
                      <a:pt x="0" y="165031"/>
                    </a:cubicBezTo>
                    <a:cubicBezTo>
                      <a:pt x="116561" y="165031"/>
                      <a:pt x="116561" y="165031"/>
                      <a:pt x="116561" y="165031"/>
                    </a:cubicBezTo>
                    <a:lnTo>
                      <a:pt x="116561" y="81714"/>
                    </a:lnTo>
                    <a:close/>
                    <a:moveTo>
                      <a:pt x="97659" y="100941"/>
                    </a:moveTo>
                    <a:cubicBezTo>
                      <a:pt x="97659" y="145804"/>
                      <a:pt x="97659" y="145804"/>
                      <a:pt x="97659" y="145804"/>
                    </a:cubicBezTo>
                    <a:cubicBezTo>
                      <a:pt x="18902" y="145804"/>
                      <a:pt x="18902" y="145804"/>
                      <a:pt x="18902" y="145804"/>
                    </a:cubicBezTo>
                    <a:cubicBezTo>
                      <a:pt x="18902" y="100941"/>
                      <a:pt x="18902" y="100941"/>
                      <a:pt x="18902" y="100941"/>
                    </a:cubicBezTo>
                    <a:lnTo>
                      <a:pt x="97659" y="100941"/>
                    </a:lnTo>
                    <a:close/>
                    <a:moveTo>
                      <a:pt x="14176" y="68896"/>
                    </a:moveTo>
                    <a:cubicBezTo>
                      <a:pt x="14176" y="44863"/>
                      <a:pt x="14176" y="44863"/>
                      <a:pt x="14176" y="44863"/>
                    </a:cubicBezTo>
                    <a:cubicBezTo>
                      <a:pt x="14176" y="19227"/>
                      <a:pt x="33078" y="0"/>
                      <a:pt x="58281" y="0"/>
                    </a:cubicBezTo>
                    <a:cubicBezTo>
                      <a:pt x="81908" y="0"/>
                      <a:pt x="100810" y="19227"/>
                      <a:pt x="100810" y="44863"/>
                    </a:cubicBezTo>
                    <a:cubicBezTo>
                      <a:pt x="100810" y="68896"/>
                      <a:pt x="100810" y="68896"/>
                      <a:pt x="100810" y="68896"/>
                    </a:cubicBezTo>
                    <a:cubicBezTo>
                      <a:pt x="81908" y="68896"/>
                      <a:pt x="81908" y="68896"/>
                      <a:pt x="81908" y="68896"/>
                    </a:cubicBezTo>
                    <a:cubicBezTo>
                      <a:pt x="81908" y="44863"/>
                      <a:pt x="81908" y="44863"/>
                      <a:pt x="81908" y="44863"/>
                    </a:cubicBezTo>
                    <a:cubicBezTo>
                      <a:pt x="81908" y="30443"/>
                      <a:pt x="70882" y="20829"/>
                      <a:pt x="58281" y="20829"/>
                    </a:cubicBezTo>
                    <a:cubicBezTo>
                      <a:pt x="44104" y="20829"/>
                      <a:pt x="34653" y="30443"/>
                      <a:pt x="34653" y="44863"/>
                    </a:cubicBezTo>
                    <a:cubicBezTo>
                      <a:pt x="34653" y="68896"/>
                      <a:pt x="34653" y="68896"/>
                      <a:pt x="34653" y="68896"/>
                    </a:cubicBezTo>
                    <a:lnTo>
                      <a:pt x="14176" y="68896"/>
                    </a:lnTo>
                    <a:close/>
                    <a:moveTo>
                      <a:pt x="80333" y="115361"/>
                    </a:moveTo>
                    <a:cubicBezTo>
                      <a:pt x="75607" y="115361"/>
                      <a:pt x="72457" y="118566"/>
                      <a:pt x="72457" y="123373"/>
                    </a:cubicBezTo>
                    <a:cubicBezTo>
                      <a:pt x="72457" y="128179"/>
                      <a:pt x="75607" y="131384"/>
                      <a:pt x="80333" y="131384"/>
                    </a:cubicBezTo>
                    <a:cubicBezTo>
                      <a:pt x="85058" y="131384"/>
                      <a:pt x="88208" y="128179"/>
                      <a:pt x="88208" y="123373"/>
                    </a:cubicBezTo>
                    <a:cubicBezTo>
                      <a:pt x="88208" y="118566"/>
                      <a:pt x="85058" y="115361"/>
                      <a:pt x="80333" y="115361"/>
                    </a:cubicBezTo>
                    <a:close/>
                    <a:moveTo>
                      <a:pt x="58281" y="115361"/>
                    </a:moveTo>
                    <a:cubicBezTo>
                      <a:pt x="53555" y="115361"/>
                      <a:pt x="50405" y="118566"/>
                      <a:pt x="50405" y="123373"/>
                    </a:cubicBezTo>
                    <a:cubicBezTo>
                      <a:pt x="50405" y="128179"/>
                      <a:pt x="53555" y="131384"/>
                      <a:pt x="58281" y="131384"/>
                    </a:cubicBezTo>
                    <a:cubicBezTo>
                      <a:pt x="63006" y="131384"/>
                      <a:pt x="66156" y="128179"/>
                      <a:pt x="66156" y="123373"/>
                    </a:cubicBezTo>
                    <a:cubicBezTo>
                      <a:pt x="66156" y="118566"/>
                      <a:pt x="63006" y="115361"/>
                      <a:pt x="58281" y="115361"/>
                    </a:cubicBezTo>
                    <a:close/>
                    <a:moveTo>
                      <a:pt x="44104" y="123373"/>
                    </a:moveTo>
                    <a:cubicBezTo>
                      <a:pt x="44104" y="128179"/>
                      <a:pt x="40954" y="131384"/>
                      <a:pt x="36228" y="131384"/>
                    </a:cubicBezTo>
                    <a:cubicBezTo>
                      <a:pt x="31503" y="131384"/>
                      <a:pt x="28353" y="128179"/>
                      <a:pt x="28353" y="123373"/>
                    </a:cubicBezTo>
                    <a:cubicBezTo>
                      <a:pt x="28353" y="118566"/>
                      <a:pt x="31503" y="115361"/>
                      <a:pt x="36228" y="115361"/>
                    </a:cubicBezTo>
                    <a:cubicBezTo>
                      <a:pt x="40954" y="115361"/>
                      <a:pt x="44104" y="118566"/>
                      <a:pt x="44104" y="123373"/>
                    </a:cubicBezTo>
                    <a:close/>
                  </a:path>
                </a:pathLst>
              </a:custGeom>
              <a:solidFill>
                <a:srgbClr val="2492E5"/>
              </a:solidFill>
              <a:ln w="9525">
                <a:noFill/>
                <a:round/>
              </a:ln>
            </p:spPr>
            <p:txBody>
              <a:bodyPr/>
              <a:p/>
            </p:txBody>
          </p:sp>
        </p:grpSp>
        <p:grpSp>
          <p:nvGrpSpPr>
            <p:cNvPr id="329" name="组合 111"/>
            <p:cNvGrpSpPr>
              <a:grpSpLocks noChangeAspect="true"/>
            </p:cNvGrpSpPr>
            <p:nvPr/>
          </p:nvGrpSpPr>
          <p:grpSpPr>
            <a:xfrm>
              <a:off x="3597516" y="3199711"/>
              <a:ext cx="352164" cy="234000"/>
              <a:chOff x="4894425" y="3008044"/>
              <a:chExt cx="487770" cy="322005"/>
            </a:xfrm>
          </p:grpSpPr>
          <p:sp>
            <p:nvSpPr>
              <p:cNvPr id="330" name="Freeform 1218"/>
              <p:cNvSpPr>
                <a:spLocks noEditPoints="true"/>
              </p:cNvSpPr>
              <p:nvPr/>
            </p:nvSpPr>
            <p:spPr>
              <a:xfrm>
                <a:off x="5023273" y="3009077"/>
                <a:ext cx="358316" cy="317201"/>
              </a:xfrm>
              <a:custGeom>
                <a:pathLst>
                  <a:path w="358316" h="317201">
                    <a:moveTo>
                      <a:pt x="276415" y="276272"/>
                    </a:moveTo>
                    <a:lnTo>
                      <a:pt x="214990" y="276272"/>
                    </a:lnTo>
                    <a:lnTo>
                      <a:pt x="214990" y="204646"/>
                    </a:lnTo>
                    <a:lnTo>
                      <a:pt x="143326" y="204646"/>
                    </a:lnTo>
                    <a:lnTo>
                      <a:pt x="143326" y="276272"/>
                    </a:lnTo>
                    <a:lnTo>
                      <a:pt x="71663" y="276272"/>
                    </a:lnTo>
                    <a:lnTo>
                      <a:pt x="71663" y="153484"/>
                    </a:lnTo>
                    <a:lnTo>
                      <a:pt x="174039" y="51161"/>
                    </a:lnTo>
                    <a:lnTo>
                      <a:pt x="276415" y="153484"/>
                    </a:lnTo>
                    <a:lnTo>
                      <a:pt x="276415" y="276272"/>
                    </a:lnTo>
                    <a:close/>
                    <a:moveTo>
                      <a:pt x="174039" y="0"/>
                    </a:moveTo>
                    <a:lnTo>
                      <a:pt x="0" y="173949"/>
                    </a:lnTo>
                    <a:lnTo>
                      <a:pt x="40950" y="173949"/>
                    </a:lnTo>
                    <a:lnTo>
                      <a:pt x="40950" y="317201"/>
                    </a:lnTo>
                    <a:lnTo>
                      <a:pt x="317366" y="317201"/>
                    </a:lnTo>
                    <a:lnTo>
                      <a:pt x="317366" y="173949"/>
                    </a:lnTo>
                    <a:lnTo>
                      <a:pt x="358316" y="173949"/>
                    </a:lnTo>
                    <a:lnTo>
                      <a:pt x="174039" y="0"/>
                    </a:lnTo>
                    <a:close/>
                  </a:path>
                </a:pathLst>
              </a:custGeom>
              <a:solidFill>
                <a:srgbClr val="2492E5"/>
              </a:solidFill>
              <a:ln w="9525">
                <a:noFill/>
                <a:round/>
              </a:ln>
            </p:spPr>
            <p:txBody>
              <a:bodyPr/>
              <a:p/>
            </p:txBody>
          </p:sp>
          <p:sp>
            <p:nvSpPr>
              <p:cNvPr id="331" name="Freeform 1282"/>
              <p:cNvSpPr>
                <a:spLocks noEditPoints="true"/>
              </p:cNvSpPr>
              <p:nvPr/>
            </p:nvSpPr>
            <p:spPr>
              <a:xfrm>
                <a:off x="4893761" y="3165535"/>
                <a:ext cx="116561" cy="165030"/>
              </a:xfrm>
              <a:custGeom>
                <a:pathLst>
                  <a:path w="116561" h="165030">
                    <a:moveTo>
                      <a:pt x="116561" y="81714"/>
                    </a:moveTo>
                    <a:cubicBezTo>
                      <a:pt x="0" y="81714"/>
                      <a:pt x="0" y="81714"/>
                      <a:pt x="0" y="81714"/>
                    </a:cubicBezTo>
                    <a:cubicBezTo>
                      <a:pt x="0" y="165030"/>
                      <a:pt x="0" y="165030"/>
                      <a:pt x="0" y="165030"/>
                    </a:cubicBezTo>
                    <a:cubicBezTo>
                      <a:pt x="116561" y="165030"/>
                      <a:pt x="116561" y="165030"/>
                      <a:pt x="116561" y="165030"/>
                    </a:cubicBezTo>
                    <a:lnTo>
                      <a:pt x="116561" y="81714"/>
                    </a:lnTo>
                    <a:close/>
                    <a:moveTo>
                      <a:pt x="97659" y="100941"/>
                    </a:moveTo>
                    <a:cubicBezTo>
                      <a:pt x="97659" y="145803"/>
                      <a:pt x="97659" y="145803"/>
                      <a:pt x="97659" y="145803"/>
                    </a:cubicBezTo>
                    <a:cubicBezTo>
                      <a:pt x="18902" y="145803"/>
                      <a:pt x="18902" y="145803"/>
                      <a:pt x="18902" y="145803"/>
                    </a:cubicBezTo>
                    <a:cubicBezTo>
                      <a:pt x="18902" y="100941"/>
                      <a:pt x="18902" y="100941"/>
                      <a:pt x="18902" y="100941"/>
                    </a:cubicBezTo>
                    <a:lnTo>
                      <a:pt x="97659" y="100941"/>
                    </a:lnTo>
                    <a:close/>
                    <a:moveTo>
                      <a:pt x="14176" y="68896"/>
                    </a:moveTo>
                    <a:cubicBezTo>
                      <a:pt x="14176" y="44863"/>
                      <a:pt x="14176" y="44863"/>
                      <a:pt x="14176" y="44863"/>
                    </a:cubicBezTo>
                    <a:cubicBezTo>
                      <a:pt x="14176" y="19227"/>
                      <a:pt x="33078" y="0"/>
                      <a:pt x="58281" y="0"/>
                    </a:cubicBezTo>
                    <a:cubicBezTo>
                      <a:pt x="81908" y="0"/>
                      <a:pt x="100810" y="19227"/>
                      <a:pt x="100810" y="44863"/>
                    </a:cubicBezTo>
                    <a:cubicBezTo>
                      <a:pt x="100810" y="68896"/>
                      <a:pt x="100810" y="68896"/>
                      <a:pt x="100810" y="68896"/>
                    </a:cubicBezTo>
                    <a:cubicBezTo>
                      <a:pt x="81908" y="68896"/>
                      <a:pt x="81908" y="68896"/>
                      <a:pt x="81908" y="68896"/>
                    </a:cubicBezTo>
                    <a:cubicBezTo>
                      <a:pt x="81908" y="44863"/>
                      <a:pt x="81908" y="44863"/>
                      <a:pt x="81908" y="44863"/>
                    </a:cubicBezTo>
                    <a:cubicBezTo>
                      <a:pt x="81908" y="30442"/>
                      <a:pt x="70882" y="20829"/>
                      <a:pt x="58281" y="20829"/>
                    </a:cubicBezTo>
                    <a:cubicBezTo>
                      <a:pt x="44104" y="20829"/>
                      <a:pt x="34653" y="30442"/>
                      <a:pt x="34653" y="44863"/>
                    </a:cubicBezTo>
                    <a:cubicBezTo>
                      <a:pt x="34653" y="68896"/>
                      <a:pt x="34653" y="68896"/>
                      <a:pt x="34653" y="68896"/>
                    </a:cubicBezTo>
                    <a:lnTo>
                      <a:pt x="14176" y="68896"/>
                    </a:lnTo>
                    <a:close/>
                    <a:moveTo>
                      <a:pt x="80333" y="115361"/>
                    </a:moveTo>
                    <a:cubicBezTo>
                      <a:pt x="75607" y="115361"/>
                      <a:pt x="72457" y="118565"/>
                      <a:pt x="72457" y="123372"/>
                    </a:cubicBezTo>
                    <a:cubicBezTo>
                      <a:pt x="72457" y="128179"/>
                      <a:pt x="75607" y="131383"/>
                      <a:pt x="80333" y="131383"/>
                    </a:cubicBezTo>
                    <a:cubicBezTo>
                      <a:pt x="85058" y="131383"/>
                      <a:pt x="88208" y="128179"/>
                      <a:pt x="88208" y="123372"/>
                    </a:cubicBezTo>
                    <a:cubicBezTo>
                      <a:pt x="88208" y="118565"/>
                      <a:pt x="85058" y="115361"/>
                      <a:pt x="80333" y="115361"/>
                    </a:cubicBezTo>
                    <a:close/>
                    <a:moveTo>
                      <a:pt x="58281" y="115361"/>
                    </a:moveTo>
                    <a:cubicBezTo>
                      <a:pt x="53555" y="115361"/>
                      <a:pt x="50405" y="118565"/>
                      <a:pt x="50405" y="123372"/>
                    </a:cubicBezTo>
                    <a:cubicBezTo>
                      <a:pt x="50405" y="128179"/>
                      <a:pt x="53555" y="131383"/>
                      <a:pt x="58281" y="131383"/>
                    </a:cubicBezTo>
                    <a:cubicBezTo>
                      <a:pt x="63006" y="131383"/>
                      <a:pt x="66156" y="128179"/>
                      <a:pt x="66156" y="123372"/>
                    </a:cubicBezTo>
                    <a:cubicBezTo>
                      <a:pt x="66156" y="118565"/>
                      <a:pt x="63006" y="115361"/>
                      <a:pt x="58281" y="115361"/>
                    </a:cubicBezTo>
                    <a:close/>
                    <a:moveTo>
                      <a:pt x="44104" y="123372"/>
                    </a:moveTo>
                    <a:cubicBezTo>
                      <a:pt x="44104" y="128179"/>
                      <a:pt x="40954" y="131383"/>
                      <a:pt x="36228" y="131383"/>
                    </a:cubicBezTo>
                    <a:cubicBezTo>
                      <a:pt x="31503" y="131383"/>
                      <a:pt x="28353" y="128179"/>
                      <a:pt x="28353" y="123372"/>
                    </a:cubicBezTo>
                    <a:cubicBezTo>
                      <a:pt x="28353" y="118565"/>
                      <a:pt x="31503" y="115361"/>
                      <a:pt x="36228" y="115361"/>
                    </a:cubicBezTo>
                    <a:cubicBezTo>
                      <a:pt x="40954" y="115361"/>
                      <a:pt x="44104" y="118565"/>
                      <a:pt x="44104" y="123372"/>
                    </a:cubicBezTo>
                    <a:close/>
                  </a:path>
                </a:pathLst>
              </a:custGeom>
              <a:solidFill>
                <a:srgbClr val="2492E5"/>
              </a:solidFill>
              <a:ln w="9525">
                <a:noFill/>
                <a:round/>
              </a:ln>
            </p:spPr>
            <p:txBody>
              <a:bodyPr/>
              <a:p/>
            </p:txBody>
          </p:sp>
        </p:grpSp>
        <p:grpSp>
          <p:nvGrpSpPr>
            <p:cNvPr id="332" name="组合 114"/>
            <p:cNvGrpSpPr>
              <a:grpSpLocks noChangeAspect="true"/>
            </p:cNvGrpSpPr>
            <p:nvPr/>
          </p:nvGrpSpPr>
          <p:grpSpPr>
            <a:xfrm>
              <a:off x="3590803" y="2689902"/>
              <a:ext cx="352164" cy="234000"/>
              <a:chOff x="4894425" y="3008044"/>
              <a:chExt cx="487770" cy="322005"/>
            </a:xfrm>
          </p:grpSpPr>
          <p:sp>
            <p:nvSpPr>
              <p:cNvPr id="333" name="Freeform 1218"/>
              <p:cNvSpPr>
                <a:spLocks noEditPoints="true"/>
              </p:cNvSpPr>
              <p:nvPr/>
            </p:nvSpPr>
            <p:spPr>
              <a:xfrm>
                <a:off x="5023937" y="3007632"/>
                <a:ext cx="358316" cy="317201"/>
              </a:xfrm>
              <a:custGeom>
                <a:pathLst>
                  <a:path w="358316" h="317201">
                    <a:moveTo>
                      <a:pt x="276415" y="276272"/>
                    </a:moveTo>
                    <a:lnTo>
                      <a:pt x="214990" y="276272"/>
                    </a:lnTo>
                    <a:lnTo>
                      <a:pt x="214990" y="204646"/>
                    </a:lnTo>
                    <a:lnTo>
                      <a:pt x="143326" y="204646"/>
                    </a:lnTo>
                    <a:lnTo>
                      <a:pt x="143326" y="276272"/>
                    </a:lnTo>
                    <a:lnTo>
                      <a:pt x="71663" y="276272"/>
                    </a:lnTo>
                    <a:lnTo>
                      <a:pt x="71663" y="153484"/>
                    </a:lnTo>
                    <a:lnTo>
                      <a:pt x="174039" y="51161"/>
                    </a:lnTo>
                    <a:lnTo>
                      <a:pt x="276415" y="153484"/>
                    </a:lnTo>
                    <a:lnTo>
                      <a:pt x="276415" y="276272"/>
                    </a:lnTo>
                    <a:close/>
                    <a:moveTo>
                      <a:pt x="174039" y="0"/>
                    </a:moveTo>
                    <a:lnTo>
                      <a:pt x="0" y="173949"/>
                    </a:lnTo>
                    <a:lnTo>
                      <a:pt x="40950" y="173949"/>
                    </a:lnTo>
                    <a:lnTo>
                      <a:pt x="40950" y="317201"/>
                    </a:lnTo>
                    <a:lnTo>
                      <a:pt x="317366" y="317201"/>
                    </a:lnTo>
                    <a:lnTo>
                      <a:pt x="317366" y="173949"/>
                    </a:lnTo>
                    <a:lnTo>
                      <a:pt x="358316" y="173949"/>
                    </a:lnTo>
                    <a:lnTo>
                      <a:pt x="174039" y="0"/>
                    </a:lnTo>
                    <a:close/>
                  </a:path>
                </a:pathLst>
              </a:custGeom>
              <a:solidFill>
                <a:srgbClr val="2492E5"/>
              </a:solidFill>
              <a:ln w="9525">
                <a:noFill/>
                <a:round/>
              </a:ln>
            </p:spPr>
            <p:txBody>
              <a:bodyPr/>
              <a:p/>
            </p:txBody>
          </p:sp>
          <p:sp>
            <p:nvSpPr>
              <p:cNvPr id="334" name="Freeform 1282"/>
              <p:cNvSpPr>
                <a:spLocks noEditPoints="true"/>
              </p:cNvSpPr>
              <p:nvPr/>
            </p:nvSpPr>
            <p:spPr>
              <a:xfrm>
                <a:off x="4894425" y="3164090"/>
                <a:ext cx="116561" cy="165030"/>
              </a:xfrm>
              <a:custGeom>
                <a:pathLst>
                  <a:path w="116561" h="165030">
                    <a:moveTo>
                      <a:pt x="116561" y="81714"/>
                    </a:moveTo>
                    <a:cubicBezTo>
                      <a:pt x="0" y="81714"/>
                      <a:pt x="0" y="81714"/>
                      <a:pt x="0" y="81714"/>
                    </a:cubicBezTo>
                    <a:cubicBezTo>
                      <a:pt x="0" y="165030"/>
                      <a:pt x="0" y="165030"/>
                      <a:pt x="0" y="165030"/>
                    </a:cubicBezTo>
                    <a:cubicBezTo>
                      <a:pt x="116561" y="165030"/>
                      <a:pt x="116561" y="165030"/>
                      <a:pt x="116561" y="165030"/>
                    </a:cubicBezTo>
                    <a:lnTo>
                      <a:pt x="116561" y="81714"/>
                    </a:lnTo>
                    <a:close/>
                    <a:moveTo>
                      <a:pt x="97659" y="100941"/>
                    </a:moveTo>
                    <a:cubicBezTo>
                      <a:pt x="97659" y="145803"/>
                      <a:pt x="97659" y="145803"/>
                      <a:pt x="97659" y="145803"/>
                    </a:cubicBezTo>
                    <a:cubicBezTo>
                      <a:pt x="18902" y="145803"/>
                      <a:pt x="18902" y="145803"/>
                      <a:pt x="18902" y="145803"/>
                    </a:cubicBezTo>
                    <a:cubicBezTo>
                      <a:pt x="18902" y="100941"/>
                      <a:pt x="18902" y="100941"/>
                      <a:pt x="18902" y="100941"/>
                    </a:cubicBezTo>
                    <a:lnTo>
                      <a:pt x="97659" y="100941"/>
                    </a:lnTo>
                    <a:close/>
                    <a:moveTo>
                      <a:pt x="14176" y="68896"/>
                    </a:moveTo>
                    <a:cubicBezTo>
                      <a:pt x="14176" y="44863"/>
                      <a:pt x="14176" y="44863"/>
                      <a:pt x="14176" y="44863"/>
                    </a:cubicBezTo>
                    <a:cubicBezTo>
                      <a:pt x="14176" y="19227"/>
                      <a:pt x="33078" y="0"/>
                      <a:pt x="58281" y="0"/>
                    </a:cubicBezTo>
                    <a:cubicBezTo>
                      <a:pt x="81908" y="0"/>
                      <a:pt x="100810" y="19227"/>
                      <a:pt x="100810" y="44863"/>
                    </a:cubicBezTo>
                    <a:cubicBezTo>
                      <a:pt x="100810" y="68896"/>
                      <a:pt x="100810" y="68896"/>
                      <a:pt x="100810" y="68896"/>
                    </a:cubicBezTo>
                    <a:cubicBezTo>
                      <a:pt x="81908" y="68896"/>
                      <a:pt x="81908" y="68896"/>
                      <a:pt x="81908" y="68896"/>
                    </a:cubicBezTo>
                    <a:cubicBezTo>
                      <a:pt x="81908" y="44863"/>
                      <a:pt x="81908" y="44863"/>
                      <a:pt x="81908" y="44863"/>
                    </a:cubicBezTo>
                    <a:cubicBezTo>
                      <a:pt x="81908" y="30442"/>
                      <a:pt x="70882" y="20829"/>
                      <a:pt x="58281" y="20829"/>
                    </a:cubicBezTo>
                    <a:cubicBezTo>
                      <a:pt x="44104" y="20829"/>
                      <a:pt x="34653" y="30442"/>
                      <a:pt x="34653" y="44863"/>
                    </a:cubicBezTo>
                    <a:cubicBezTo>
                      <a:pt x="34653" y="68896"/>
                      <a:pt x="34653" y="68896"/>
                      <a:pt x="34653" y="68896"/>
                    </a:cubicBezTo>
                    <a:lnTo>
                      <a:pt x="14176" y="68896"/>
                    </a:lnTo>
                    <a:close/>
                    <a:moveTo>
                      <a:pt x="80333" y="115361"/>
                    </a:moveTo>
                    <a:cubicBezTo>
                      <a:pt x="75607" y="115361"/>
                      <a:pt x="72457" y="118565"/>
                      <a:pt x="72457" y="123372"/>
                    </a:cubicBezTo>
                    <a:cubicBezTo>
                      <a:pt x="72457" y="128179"/>
                      <a:pt x="75607" y="131383"/>
                      <a:pt x="80333" y="131383"/>
                    </a:cubicBezTo>
                    <a:cubicBezTo>
                      <a:pt x="85058" y="131383"/>
                      <a:pt x="88208" y="128179"/>
                      <a:pt x="88208" y="123372"/>
                    </a:cubicBezTo>
                    <a:cubicBezTo>
                      <a:pt x="88208" y="118565"/>
                      <a:pt x="85058" y="115361"/>
                      <a:pt x="80333" y="115361"/>
                    </a:cubicBezTo>
                    <a:close/>
                    <a:moveTo>
                      <a:pt x="58281" y="115361"/>
                    </a:moveTo>
                    <a:cubicBezTo>
                      <a:pt x="53555" y="115361"/>
                      <a:pt x="50405" y="118565"/>
                      <a:pt x="50405" y="123372"/>
                    </a:cubicBezTo>
                    <a:cubicBezTo>
                      <a:pt x="50405" y="128179"/>
                      <a:pt x="53555" y="131383"/>
                      <a:pt x="58281" y="131383"/>
                    </a:cubicBezTo>
                    <a:cubicBezTo>
                      <a:pt x="63006" y="131383"/>
                      <a:pt x="66156" y="128179"/>
                      <a:pt x="66156" y="123372"/>
                    </a:cubicBezTo>
                    <a:cubicBezTo>
                      <a:pt x="66156" y="118565"/>
                      <a:pt x="63006" y="115361"/>
                      <a:pt x="58281" y="115361"/>
                    </a:cubicBezTo>
                    <a:close/>
                    <a:moveTo>
                      <a:pt x="44104" y="123372"/>
                    </a:moveTo>
                    <a:cubicBezTo>
                      <a:pt x="44104" y="128179"/>
                      <a:pt x="40954" y="131383"/>
                      <a:pt x="36228" y="131383"/>
                    </a:cubicBezTo>
                    <a:cubicBezTo>
                      <a:pt x="31503" y="131383"/>
                      <a:pt x="28353" y="128179"/>
                      <a:pt x="28353" y="123372"/>
                    </a:cubicBezTo>
                    <a:cubicBezTo>
                      <a:pt x="28353" y="118565"/>
                      <a:pt x="31503" y="115361"/>
                      <a:pt x="36228" y="115361"/>
                    </a:cubicBezTo>
                    <a:cubicBezTo>
                      <a:pt x="40954" y="115361"/>
                      <a:pt x="44104" y="118565"/>
                      <a:pt x="44104" y="123372"/>
                    </a:cubicBezTo>
                    <a:close/>
                  </a:path>
                </a:pathLst>
              </a:custGeom>
              <a:solidFill>
                <a:srgbClr val="2492E5"/>
              </a:solidFill>
              <a:ln w="9525">
                <a:noFill/>
                <a:round/>
              </a:ln>
            </p:spPr>
            <p:txBody>
              <a:bodyPr/>
              <a:p/>
            </p:txBody>
          </p:sp>
        </p:grpSp>
        <p:grpSp>
          <p:nvGrpSpPr>
            <p:cNvPr id="335" name="组合 117"/>
            <p:cNvGrpSpPr>
              <a:grpSpLocks noChangeAspect="true"/>
            </p:cNvGrpSpPr>
            <p:nvPr/>
          </p:nvGrpSpPr>
          <p:grpSpPr>
            <a:xfrm>
              <a:off x="4219836" y="2323592"/>
              <a:ext cx="352164" cy="234000"/>
              <a:chOff x="4894425" y="3008044"/>
              <a:chExt cx="487770" cy="322005"/>
            </a:xfrm>
          </p:grpSpPr>
          <p:sp>
            <p:nvSpPr>
              <p:cNvPr id="336" name="Freeform 1218"/>
              <p:cNvSpPr>
                <a:spLocks noEditPoints="true"/>
              </p:cNvSpPr>
              <p:nvPr/>
            </p:nvSpPr>
            <p:spPr>
              <a:xfrm>
                <a:off x="5024732" y="3008044"/>
                <a:ext cx="358316" cy="317201"/>
              </a:xfrm>
              <a:custGeom>
                <a:pathLst>
                  <a:path w="358316" h="317201">
                    <a:moveTo>
                      <a:pt x="276415" y="276272"/>
                    </a:moveTo>
                    <a:lnTo>
                      <a:pt x="214990" y="276272"/>
                    </a:lnTo>
                    <a:lnTo>
                      <a:pt x="214990" y="204646"/>
                    </a:lnTo>
                    <a:lnTo>
                      <a:pt x="143326" y="204646"/>
                    </a:lnTo>
                    <a:lnTo>
                      <a:pt x="143326" y="276272"/>
                    </a:lnTo>
                    <a:lnTo>
                      <a:pt x="71663" y="276272"/>
                    </a:lnTo>
                    <a:lnTo>
                      <a:pt x="71663" y="153484"/>
                    </a:lnTo>
                    <a:lnTo>
                      <a:pt x="174039" y="51161"/>
                    </a:lnTo>
                    <a:lnTo>
                      <a:pt x="276415" y="153484"/>
                    </a:lnTo>
                    <a:lnTo>
                      <a:pt x="276415" y="276272"/>
                    </a:lnTo>
                    <a:close/>
                    <a:moveTo>
                      <a:pt x="174039" y="0"/>
                    </a:moveTo>
                    <a:lnTo>
                      <a:pt x="0" y="173949"/>
                    </a:lnTo>
                    <a:lnTo>
                      <a:pt x="40950" y="173949"/>
                    </a:lnTo>
                    <a:lnTo>
                      <a:pt x="40950" y="317201"/>
                    </a:lnTo>
                    <a:lnTo>
                      <a:pt x="317366" y="317201"/>
                    </a:lnTo>
                    <a:lnTo>
                      <a:pt x="317366" y="173949"/>
                    </a:lnTo>
                    <a:lnTo>
                      <a:pt x="358316" y="173949"/>
                    </a:lnTo>
                    <a:lnTo>
                      <a:pt x="174039" y="0"/>
                    </a:lnTo>
                    <a:close/>
                  </a:path>
                </a:pathLst>
              </a:custGeom>
              <a:solidFill>
                <a:srgbClr val="2492E5"/>
              </a:solidFill>
              <a:ln w="9525">
                <a:noFill/>
                <a:round/>
              </a:ln>
            </p:spPr>
            <p:txBody>
              <a:bodyPr/>
              <a:p/>
            </p:txBody>
          </p:sp>
          <p:sp>
            <p:nvSpPr>
              <p:cNvPr id="337" name="Freeform 1282"/>
              <p:cNvSpPr>
                <a:spLocks noEditPoints="true"/>
              </p:cNvSpPr>
              <p:nvPr/>
            </p:nvSpPr>
            <p:spPr>
              <a:xfrm>
                <a:off x="4895220" y="3164501"/>
                <a:ext cx="116561" cy="165031"/>
              </a:xfrm>
              <a:custGeom>
                <a:pathLst>
                  <a:path w="116561" h="165031">
                    <a:moveTo>
                      <a:pt x="116561" y="81714"/>
                    </a:moveTo>
                    <a:cubicBezTo>
                      <a:pt x="0" y="81714"/>
                      <a:pt x="0" y="81714"/>
                      <a:pt x="0" y="81714"/>
                    </a:cubicBezTo>
                    <a:cubicBezTo>
                      <a:pt x="0" y="165031"/>
                      <a:pt x="0" y="165031"/>
                      <a:pt x="0" y="165031"/>
                    </a:cubicBezTo>
                    <a:cubicBezTo>
                      <a:pt x="116561" y="165031"/>
                      <a:pt x="116561" y="165031"/>
                      <a:pt x="116561" y="165031"/>
                    </a:cubicBezTo>
                    <a:lnTo>
                      <a:pt x="116561" y="81714"/>
                    </a:lnTo>
                    <a:close/>
                    <a:moveTo>
                      <a:pt x="97659" y="100941"/>
                    </a:moveTo>
                    <a:cubicBezTo>
                      <a:pt x="97659" y="145804"/>
                      <a:pt x="97659" y="145804"/>
                      <a:pt x="97659" y="145804"/>
                    </a:cubicBezTo>
                    <a:cubicBezTo>
                      <a:pt x="18902" y="145804"/>
                      <a:pt x="18902" y="145804"/>
                      <a:pt x="18902" y="145804"/>
                    </a:cubicBezTo>
                    <a:cubicBezTo>
                      <a:pt x="18902" y="100941"/>
                      <a:pt x="18902" y="100941"/>
                      <a:pt x="18902" y="100941"/>
                    </a:cubicBezTo>
                    <a:lnTo>
                      <a:pt x="97659" y="100941"/>
                    </a:lnTo>
                    <a:close/>
                    <a:moveTo>
                      <a:pt x="14176" y="68896"/>
                    </a:moveTo>
                    <a:cubicBezTo>
                      <a:pt x="14176" y="44863"/>
                      <a:pt x="14176" y="44863"/>
                      <a:pt x="14176" y="44863"/>
                    </a:cubicBezTo>
                    <a:cubicBezTo>
                      <a:pt x="14176" y="19227"/>
                      <a:pt x="33078" y="0"/>
                      <a:pt x="58281" y="0"/>
                    </a:cubicBezTo>
                    <a:cubicBezTo>
                      <a:pt x="81908" y="0"/>
                      <a:pt x="100810" y="19227"/>
                      <a:pt x="100810" y="44863"/>
                    </a:cubicBezTo>
                    <a:cubicBezTo>
                      <a:pt x="100810" y="68896"/>
                      <a:pt x="100810" y="68896"/>
                      <a:pt x="100810" y="68896"/>
                    </a:cubicBezTo>
                    <a:cubicBezTo>
                      <a:pt x="81908" y="68896"/>
                      <a:pt x="81908" y="68896"/>
                      <a:pt x="81908" y="68896"/>
                    </a:cubicBezTo>
                    <a:cubicBezTo>
                      <a:pt x="81908" y="44863"/>
                      <a:pt x="81908" y="44863"/>
                      <a:pt x="81908" y="44863"/>
                    </a:cubicBezTo>
                    <a:cubicBezTo>
                      <a:pt x="81908" y="30443"/>
                      <a:pt x="70882" y="20829"/>
                      <a:pt x="58281" y="20829"/>
                    </a:cubicBezTo>
                    <a:cubicBezTo>
                      <a:pt x="44104" y="20829"/>
                      <a:pt x="34653" y="30443"/>
                      <a:pt x="34653" y="44863"/>
                    </a:cubicBezTo>
                    <a:cubicBezTo>
                      <a:pt x="34653" y="68896"/>
                      <a:pt x="34653" y="68896"/>
                      <a:pt x="34653" y="68896"/>
                    </a:cubicBezTo>
                    <a:lnTo>
                      <a:pt x="14176" y="68896"/>
                    </a:lnTo>
                    <a:close/>
                    <a:moveTo>
                      <a:pt x="80333" y="115361"/>
                    </a:moveTo>
                    <a:cubicBezTo>
                      <a:pt x="75607" y="115361"/>
                      <a:pt x="72457" y="118566"/>
                      <a:pt x="72457" y="123373"/>
                    </a:cubicBezTo>
                    <a:cubicBezTo>
                      <a:pt x="72457" y="128179"/>
                      <a:pt x="75607" y="131384"/>
                      <a:pt x="80333" y="131384"/>
                    </a:cubicBezTo>
                    <a:cubicBezTo>
                      <a:pt x="85058" y="131384"/>
                      <a:pt x="88208" y="128179"/>
                      <a:pt x="88208" y="123373"/>
                    </a:cubicBezTo>
                    <a:cubicBezTo>
                      <a:pt x="88208" y="118566"/>
                      <a:pt x="85058" y="115361"/>
                      <a:pt x="80333" y="115361"/>
                    </a:cubicBezTo>
                    <a:close/>
                    <a:moveTo>
                      <a:pt x="58281" y="115361"/>
                    </a:moveTo>
                    <a:cubicBezTo>
                      <a:pt x="53555" y="115361"/>
                      <a:pt x="50405" y="118566"/>
                      <a:pt x="50405" y="123373"/>
                    </a:cubicBezTo>
                    <a:cubicBezTo>
                      <a:pt x="50405" y="128179"/>
                      <a:pt x="53555" y="131384"/>
                      <a:pt x="58281" y="131384"/>
                    </a:cubicBezTo>
                    <a:cubicBezTo>
                      <a:pt x="63006" y="131384"/>
                      <a:pt x="66156" y="128179"/>
                      <a:pt x="66156" y="123373"/>
                    </a:cubicBezTo>
                    <a:cubicBezTo>
                      <a:pt x="66156" y="118566"/>
                      <a:pt x="63006" y="115361"/>
                      <a:pt x="58281" y="115361"/>
                    </a:cubicBezTo>
                    <a:close/>
                    <a:moveTo>
                      <a:pt x="44104" y="123373"/>
                    </a:moveTo>
                    <a:cubicBezTo>
                      <a:pt x="44104" y="128179"/>
                      <a:pt x="40954" y="131384"/>
                      <a:pt x="36228" y="131384"/>
                    </a:cubicBezTo>
                    <a:cubicBezTo>
                      <a:pt x="31503" y="131384"/>
                      <a:pt x="28353" y="128179"/>
                      <a:pt x="28353" y="123373"/>
                    </a:cubicBezTo>
                    <a:cubicBezTo>
                      <a:pt x="28353" y="118566"/>
                      <a:pt x="31503" y="115361"/>
                      <a:pt x="36228" y="115361"/>
                    </a:cubicBezTo>
                    <a:cubicBezTo>
                      <a:pt x="40954" y="115361"/>
                      <a:pt x="44104" y="118566"/>
                      <a:pt x="44104" y="123373"/>
                    </a:cubicBezTo>
                    <a:close/>
                  </a:path>
                </a:pathLst>
              </a:custGeom>
              <a:solidFill>
                <a:srgbClr val="2492E5"/>
              </a:solidFill>
              <a:ln w="9525">
                <a:noFill/>
                <a:round/>
              </a:ln>
            </p:spPr>
            <p:txBody>
              <a:bodyPr/>
              <a:p/>
            </p:txBody>
          </p:sp>
        </p:grpSp>
        <p:grpSp>
          <p:nvGrpSpPr>
            <p:cNvPr id="338" name="组合 120"/>
            <p:cNvGrpSpPr>
              <a:grpSpLocks noChangeAspect="true"/>
            </p:cNvGrpSpPr>
            <p:nvPr/>
          </p:nvGrpSpPr>
          <p:grpSpPr>
            <a:xfrm>
              <a:off x="4219836" y="3642415"/>
              <a:ext cx="352164" cy="234000"/>
              <a:chOff x="4894425" y="3008044"/>
              <a:chExt cx="487770" cy="322005"/>
            </a:xfrm>
          </p:grpSpPr>
          <p:sp>
            <p:nvSpPr>
              <p:cNvPr id="339" name="Freeform 1218"/>
              <p:cNvSpPr>
                <a:spLocks noEditPoints="true"/>
              </p:cNvSpPr>
              <p:nvPr/>
            </p:nvSpPr>
            <p:spPr>
              <a:xfrm>
                <a:off x="5024732" y="3008561"/>
                <a:ext cx="358316" cy="317201"/>
              </a:xfrm>
              <a:custGeom>
                <a:pathLst>
                  <a:path w="358316" h="317201">
                    <a:moveTo>
                      <a:pt x="276415" y="276272"/>
                    </a:moveTo>
                    <a:lnTo>
                      <a:pt x="214990" y="276272"/>
                    </a:lnTo>
                    <a:lnTo>
                      <a:pt x="214990" y="204646"/>
                    </a:lnTo>
                    <a:lnTo>
                      <a:pt x="143326" y="204646"/>
                    </a:lnTo>
                    <a:lnTo>
                      <a:pt x="143326" y="276272"/>
                    </a:lnTo>
                    <a:lnTo>
                      <a:pt x="71663" y="276272"/>
                    </a:lnTo>
                    <a:lnTo>
                      <a:pt x="71663" y="153484"/>
                    </a:lnTo>
                    <a:lnTo>
                      <a:pt x="174039" y="51161"/>
                    </a:lnTo>
                    <a:lnTo>
                      <a:pt x="276415" y="153484"/>
                    </a:lnTo>
                    <a:lnTo>
                      <a:pt x="276415" y="276272"/>
                    </a:lnTo>
                    <a:close/>
                    <a:moveTo>
                      <a:pt x="174039" y="0"/>
                    </a:moveTo>
                    <a:lnTo>
                      <a:pt x="0" y="173949"/>
                    </a:lnTo>
                    <a:lnTo>
                      <a:pt x="40950" y="173949"/>
                    </a:lnTo>
                    <a:lnTo>
                      <a:pt x="40950" y="317201"/>
                    </a:lnTo>
                    <a:lnTo>
                      <a:pt x="317366" y="317201"/>
                    </a:lnTo>
                    <a:lnTo>
                      <a:pt x="317366" y="173949"/>
                    </a:lnTo>
                    <a:lnTo>
                      <a:pt x="358316" y="173949"/>
                    </a:lnTo>
                    <a:lnTo>
                      <a:pt x="174039" y="0"/>
                    </a:lnTo>
                    <a:close/>
                  </a:path>
                </a:pathLst>
              </a:custGeom>
              <a:solidFill>
                <a:srgbClr val="2492E5"/>
              </a:solidFill>
              <a:ln w="9525">
                <a:noFill/>
                <a:round/>
              </a:ln>
            </p:spPr>
            <p:txBody>
              <a:bodyPr/>
              <a:p/>
            </p:txBody>
          </p:sp>
          <p:sp>
            <p:nvSpPr>
              <p:cNvPr id="340" name="Freeform 1282"/>
              <p:cNvSpPr>
                <a:spLocks noEditPoints="true"/>
              </p:cNvSpPr>
              <p:nvPr/>
            </p:nvSpPr>
            <p:spPr>
              <a:xfrm>
                <a:off x="4895220" y="3165019"/>
                <a:ext cx="116561" cy="165030"/>
              </a:xfrm>
              <a:custGeom>
                <a:pathLst>
                  <a:path w="116561" h="165030">
                    <a:moveTo>
                      <a:pt x="116561" y="81714"/>
                    </a:moveTo>
                    <a:cubicBezTo>
                      <a:pt x="0" y="81714"/>
                      <a:pt x="0" y="81714"/>
                      <a:pt x="0" y="81714"/>
                    </a:cubicBezTo>
                    <a:cubicBezTo>
                      <a:pt x="0" y="165030"/>
                      <a:pt x="0" y="165030"/>
                      <a:pt x="0" y="165030"/>
                    </a:cubicBezTo>
                    <a:cubicBezTo>
                      <a:pt x="116561" y="165030"/>
                      <a:pt x="116561" y="165030"/>
                      <a:pt x="116561" y="165030"/>
                    </a:cubicBezTo>
                    <a:lnTo>
                      <a:pt x="116561" y="81714"/>
                    </a:lnTo>
                    <a:close/>
                    <a:moveTo>
                      <a:pt x="97659" y="100941"/>
                    </a:moveTo>
                    <a:cubicBezTo>
                      <a:pt x="97659" y="145803"/>
                      <a:pt x="97659" y="145803"/>
                      <a:pt x="97659" y="145803"/>
                    </a:cubicBezTo>
                    <a:cubicBezTo>
                      <a:pt x="18902" y="145803"/>
                      <a:pt x="18902" y="145803"/>
                      <a:pt x="18902" y="145803"/>
                    </a:cubicBezTo>
                    <a:cubicBezTo>
                      <a:pt x="18902" y="100941"/>
                      <a:pt x="18902" y="100941"/>
                      <a:pt x="18902" y="100941"/>
                    </a:cubicBezTo>
                    <a:lnTo>
                      <a:pt x="97659" y="100941"/>
                    </a:lnTo>
                    <a:close/>
                    <a:moveTo>
                      <a:pt x="14176" y="68896"/>
                    </a:moveTo>
                    <a:cubicBezTo>
                      <a:pt x="14176" y="44863"/>
                      <a:pt x="14176" y="44863"/>
                      <a:pt x="14176" y="44863"/>
                    </a:cubicBezTo>
                    <a:cubicBezTo>
                      <a:pt x="14176" y="19227"/>
                      <a:pt x="33078" y="0"/>
                      <a:pt x="58281" y="0"/>
                    </a:cubicBezTo>
                    <a:cubicBezTo>
                      <a:pt x="81908" y="0"/>
                      <a:pt x="100810" y="19227"/>
                      <a:pt x="100810" y="44863"/>
                    </a:cubicBezTo>
                    <a:cubicBezTo>
                      <a:pt x="100810" y="68896"/>
                      <a:pt x="100810" y="68896"/>
                      <a:pt x="100810" y="68896"/>
                    </a:cubicBezTo>
                    <a:cubicBezTo>
                      <a:pt x="81908" y="68896"/>
                      <a:pt x="81908" y="68896"/>
                      <a:pt x="81908" y="68896"/>
                    </a:cubicBezTo>
                    <a:cubicBezTo>
                      <a:pt x="81908" y="44863"/>
                      <a:pt x="81908" y="44863"/>
                      <a:pt x="81908" y="44863"/>
                    </a:cubicBezTo>
                    <a:cubicBezTo>
                      <a:pt x="81908" y="30442"/>
                      <a:pt x="70882" y="20829"/>
                      <a:pt x="58281" y="20829"/>
                    </a:cubicBezTo>
                    <a:cubicBezTo>
                      <a:pt x="44104" y="20829"/>
                      <a:pt x="34653" y="30442"/>
                      <a:pt x="34653" y="44863"/>
                    </a:cubicBezTo>
                    <a:cubicBezTo>
                      <a:pt x="34653" y="68896"/>
                      <a:pt x="34653" y="68896"/>
                      <a:pt x="34653" y="68896"/>
                    </a:cubicBezTo>
                    <a:lnTo>
                      <a:pt x="14176" y="68896"/>
                    </a:lnTo>
                    <a:close/>
                    <a:moveTo>
                      <a:pt x="80333" y="115361"/>
                    </a:moveTo>
                    <a:cubicBezTo>
                      <a:pt x="75607" y="115361"/>
                      <a:pt x="72457" y="118565"/>
                      <a:pt x="72457" y="123372"/>
                    </a:cubicBezTo>
                    <a:cubicBezTo>
                      <a:pt x="72457" y="128179"/>
                      <a:pt x="75607" y="131383"/>
                      <a:pt x="80333" y="131383"/>
                    </a:cubicBezTo>
                    <a:cubicBezTo>
                      <a:pt x="85058" y="131383"/>
                      <a:pt x="88208" y="128179"/>
                      <a:pt x="88208" y="123372"/>
                    </a:cubicBezTo>
                    <a:cubicBezTo>
                      <a:pt x="88208" y="118565"/>
                      <a:pt x="85058" y="115361"/>
                      <a:pt x="80333" y="115361"/>
                    </a:cubicBezTo>
                    <a:close/>
                    <a:moveTo>
                      <a:pt x="58281" y="115361"/>
                    </a:moveTo>
                    <a:cubicBezTo>
                      <a:pt x="53555" y="115361"/>
                      <a:pt x="50405" y="118565"/>
                      <a:pt x="50405" y="123372"/>
                    </a:cubicBezTo>
                    <a:cubicBezTo>
                      <a:pt x="50405" y="128179"/>
                      <a:pt x="53555" y="131383"/>
                      <a:pt x="58281" y="131383"/>
                    </a:cubicBezTo>
                    <a:cubicBezTo>
                      <a:pt x="63006" y="131383"/>
                      <a:pt x="66156" y="128179"/>
                      <a:pt x="66156" y="123372"/>
                    </a:cubicBezTo>
                    <a:cubicBezTo>
                      <a:pt x="66156" y="118565"/>
                      <a:pt x="63006" y="115361"/>
                      <a:pt x="58281" y="115361"/>
                    </a:cubicBezTo>
                    <a:close/>
                    <a:moveTo>
                      <a:pt x="44104" y="123372"/>
                    </a:moveTo>
                    <a:cubicBezTo>
                      <a:pt x="44104" y="128179"/>
                      <a:pt x="40954" y="131383"/>
                      <a:pt x="36228" y="131383"/>
                    </a:cubicBezTo>
                    <a:cubicBezTo>
                      <a:pt x="31503" y="131383"/>
                      <a:pt x="28353" y="128179"/>
                      <a:pt x="28353" y="123372"/>
                    </a:cubicBezTo>
                    <a:cubicBezTo>
                      <a:pt x="28353" y="118565"/>
                      <a:pt x="31503" y="115361"/>
                      <a:pt x="36228" y="115361"/>
                    </a:cubicBezTo>
                    <a:cubicBezTo>
                      <a:pt x="40954" y="115361"/>
                      <a:pt x="44104" y="118565"/>
                      <a:pt x="44104" y="123372"/>
                    </a:cubicBezTo>
                    <a:close/>
                  </a:path>
                </a:pathLst>
              </a:custGeom>
              <a:solidFill>
                <a:srgbClr val="2492E5"/>
              </a:solidFill>
              <a:ln w="9525">
                <a:noFill/>
                <a:round/>
              </a:ln>
            </p:spPr>
            <p:txBody>
              <a:bodyPr/>
              <a:p/>
            </p:txBody>
          </p:sp>
        </p:grpSp>
      </p:grpSp>
      <p:grpSp>
        <p:nvGrpSpPr>
          <p:cNvPr id="341" name="组合 144"/>
          <p:cNvGrpSpPr/>
          <p:nvPr/>
        </p:nvGrpSpPr>
        <p:grpSpPr>
          <a:xfrm>
            <a:off x="6551613" y="1635125"/>
            <a:ext cx="1849437" cy="1520825"/>
            <a:chOff x="6296587" y="2289795"/>
            <a:chExt cx="1814527" cy="1492040"/>
          </a:xfrm>
        </p:grpSpPr>
        <p:grpSp>
          <p:nvGrpSpPr>
            <p:cNvPr id="342" name="组合 125"/>
            <p:cNvGrpSpPr>
              <a:grpSpLocks noChangeAspect="true"/>
            </p:cNvGrpSpPr>
            <p:nvPr/>
          </p:nvGrpSpPr>
          <p:grpSpPr>
            <a:xfrm>
              <a:off x="6296587" y="3217641"/>
              <a:ext cx="409310" cy="194400"/>
              <a:chOff x="6262920" y="3151899"/>
              <a:chExt cx="495391" cy="233405"/>
            </a:xfrm>
          </p:grpSpPr>
          <p:sp>
            <p:nvSpPr>
              <p:cNvPr id="343" name="Freeform 1282"/>
              <p:cNvSpPr>
                <a:spLocks noEditPoints="true"/>
              </p:cNvSpPr>
              <p:nvPr/>
            </p:nvSpPr>
            <p:spPr>
              <a:xfrm>
                <a:off x="6262920" y="3187905"/>
                <a:ext cx="116876" cy="164556"/>
              </a:xfrm>
              <a:custGeom>
                <a:pathLst>
                  <a:path w="116876" h="164556">
                    <a:moveTo>
                      <a:pt x="116876" y="81479"/>
                    </a:moveTo>
                    <a:cubicBezTo>
                      <a:pt x="0" y="81479"/>
                      <a:pt x="0" y="81479"/>
                      <a:pt x="0" y="81479"/>
                    </a:cubicBezTo>
                    <a:cubicBezTo>
                      <a:pt x="0" y="164556"/>
                      <a:pt x="0" y="164556"/>
                      <a:pt x="0" y="164556"/>
                    </a:cubicBezTo>
                    <a:cubicBezTo>
                      <a:pt x="116876" y="164556"/>
                      <a:pt x="116876" y="164556"/>
                      <a:pt x="116876" y="164556"/>
                    </a:cubicBezTo>
                    <a:lnTo>
                      <a:pt x="116876" y="81479"/>
                    </a:lnTo>
                    <a:close/>
                    <a:moveTo>
                      <a:pt x="97923" y="100651"/>
                    </a:moveTo>
                    <a:cubicBezTo>
                      <a:pt x="97923" y="145384"/>
                      <a:pt x="97923" y="145384"/>
                      <a:pt x="97923" y="145384"/>
                    </a:cubicBezTo>
                    <a:cubicBezTo>
                      <a:pt x="18953" y="145384"/>
                      <a:pt x="18953" y="145384"/>
                      <a:pt x="18953" y="145384"/>
                    </a:cubicBezTo>
                    <a:cubicBezTo>
                      <a:pt x="18953" y="100651"/>
                      <a:pt x="18953" y="100651"/>
                      <a:pt x="18953" y="100651"/>
                    </a:cubicBezTo>
                    <a:lnTo>
                      <a:pt x="97923" y="100651"/>
                    </a:lnTo>
                    <a:close/>
                    <a:moveTo>
                      <a:pt x="14215" y="68698"/>
                    </a:moveTo>
                    <a:cubicBezTo>
                      <a:pt x="14215" y="44734"/>
                      <a:pt x="14215" y="44734"/>
                      <a:pt x="14215" y="44734"/>
                    </a:cubicBezTo>
                    <a:cubicBezTo>
                      <a:pt x="14215" y="19172"/>
                      <a:pt x="33168" y="0"/>
                      <a:pt x="58438" y="0"/>
                    </a:cubicBezTo>
                    <a:cubicBezTo>
                      <a:pt x="82129" y="0"/>
                      <a:pt x="101082" y="19172"/>
                      <a:pt x="101082" y="44734"/>
                    </a:cubicBezTo>
                    <a:cubicBezTo>
                      <a:pt x="101082" y="68698"/>
                      <a:pt x="101082" y="68698"/>
                      <a:pt x="101082" y="68698"/>
                    </a:cubicBezTo>
                    <a:cubicBezTo>
                      <a:pt x="82129" y="68698"/>
                      <a:pt x="82129" y="68698"/>
                      <a:pt x="82129" y="68698"/>
                    </a:cubicBezTo>
                    <a:cubicBezTo>
                      <a:pt x="82129" y="44734"/>
                      <a:pt x="82129" y="44734"/>
                      <a:pt x="82129" y="44734"/>
                    </a:cubicBezTo>
                    <a:cubicBezTo>
                      <a:pt x="82129" y="30355"/>
                      <a:pt x="71073" y="20769"/>
                      <a:pt x="58438" y="20769"/>
                    </a:cubicBezTo>
                    <a:cubicBezTo>
                      <a:pt x="44223" y="20769"/>
                      <a:pt x="34747" y="30355"/>
                      <a:pt x="34747" y="44734"/>
                    </a:cubicBezTo>
                    <a:cubicBezTo>
                      <a:pt x="34747" y="68698"/>
                      <a:pt x="34747" y="68698"/>
                      <a:pt x="34747" y="68698"/>
                    </a:cubicBezTo>
                    <a:lnTo>
                      <a:pt x="14215" y="68698"/>
                    </a:lnTo>
                    <a:close/>
                    <a:moveTo>
                      <a:pt x="80550" y="115029"/>
                    </a:moveTo>
                    <a:cubicBezTo>
                      <a:pt x="75811" y="115029"/>
                      <a:pt x="72653" y="118225"/>
                      <a:pt x="72653" y="123018"/>
                    </a:cubicBezTo>
                    <a:cubicBezTo>
                      <a:pt x="72653" y="127810"/>
                      <a:pt x="75811" y="131006"/>
                      <a:pt x="80550" y="131006"/>
                    </a:cubicBezTo>
                    <a:cubicBezTo>
                      <a:pt x="85288" y="131006"/>
                      <a:pt x="88447" y="127810"/>
                      <a:pt x="88447" y="123018"/>
                    </a:cubicBezTo>
                    <a:cubicBezTo>
                      <a:pt x="88447" y="118225"/>
                      <a:pt x="85288" y="115029"/>
                      <a:pt x="80550" y="115029"/>
                    </a:cubicBezTo>
                    <a:close/>
                    <a:moveTo>
                      <a:pt x="58438" y="115029"/>
                    </a:moveTo>
                    <a:cubicBezTo>
                      <a:pt x="53700" y="115029"/>
                      <a:pt x="50541" y="118225"/>
                      <a:pt x="50541" y="123018"/>
                    </a:cubicBezTo>
                    <a:cubicBezTo>
                      <a:pt x="50541" y="127810"/>
                      <a:pt x="53700" y="131006"/>
                      <a:pt x="58438" y="131006"/>
                    </a:cubicBezTo>
                    <a:cubicBezTo>
                      <a:pt x="63176" y="131006"/>
                      <a:pt x="66335" y="127810"/>
                      <a:pt x="66335" y="123018"/>
                    </a:cubicBezTo>
                    <a:cubicBezTo>
                      <a:pt x="66335" y="118225"/>
                      <a:pt x="63176" y="115029"/>
                      <a:pt x="58438" y="115029"/>
                    </a:cubicBezTo>
                    <a:close/>
                    <a:moveTo>
                      <a:pt x="44223" y="123018"/>
                    </a:moveTo>
                    <a:cubicBezTo>
                      <a:pt x="44223" y="127810"/>
                      <a:pt x="41065" y="131006"/>
                      <a:pt x="36326" y="131006"/>
                    </a:cubicBezTo>
                    <a:cubicBezTo>
                      <a:pt x="31588" y="131006"/>
                      <a:pt x="28429" y="127810"/>
                      <a:pt x="28429" y="123018"/>
                    </a:cubicBezTo>
                    <a:cubicBezTo>
                      <a:pt x="28429" y="118225"/>
                      <a:pt x="31588" y="115029"/>
                      <a:pt x="36326" y="115029"/>
                    </a:cubicBezTo>
                    <a:cubicBezTo>
                      <a:pt x="41065" y="115029"/>
                      <a:pt x="44223" y="118225"/>
                      <a:pt x="44223" y="123018"/>
                    </a:cubicBezTo>
                    <a:close/>
                  </a:path>
                </a:pathLst>
              </a:custGeom>
              <a:solidFill>
                <a:srgbClr val="2492E5"/>
              </a:solidFill>
              <a:ln w="9525">
                <a:noFill/>
                <a:round/>
              </a:ln>
            </p:spPr>
            <p:txBody>
              <a:bodyPr/>
              <a:p/>
            </p:txBody>
          </p:sp>
          <p:sp>
            <p:nvSpPr>
              <p:cNvPr id="344" name="Freeform 1892"/>
              <p:cNvSpPr>
                <a:spLocks noChangeAspect="true" noEditPoints="true"/>
              </p:cNvSpPr>
              <p:nvPr/>
            </p:nvSpPr>
            <p:spPr>
              <a:xfrm>
                <a:off x="6402417" y="3152375"/>
                <a:ext cx="356282" cy="233744"/>
              </a:xfrm>
              <a:custGeom>
                <a:pathLst>
                  <a:path w="356282" h="233744">
                    <a:moveTo>
                      <a:pt x="304396" y="20624"/>
                    </a:moveTo>
                    <a:cubicBezTo>
                      <a:pt x="304396" y="168433"/>
                      <a:pt x="304396" y="168433"/>
                      <a:pt x="304396" y="168433"/>
                    </a:cubicBezTo>
                    <a:cubicBezTo>
                      <a:pt x="55345" y="168433"/>
                      <a:pt x="55345" y="168433"/>
                      <a:pt x="55345" y="168433"/>
                    </a:cubicBezTo>
                    <a:cubicBezTo>
                      <a:pt x="55345" y="20624"/>
                      <a:pt x="55345" y="20624"/>
                      <a:pt x="55345" y="20624"/>
                    </a:cubicBezTo>
                    <a:lnTo>
                      <a:pt x="304396" y="20624"/>
                    </a:lnTo>
                    <a:close/>
                    <a:moveTo>
                      <a:pt x="325151" y="192495"/>
                    </a:moveTo>
                    <a:cubicBezTo>
                      <a:pt x="325151" y="0"/>
                      <a:pt x="325151" y="0"/>
                      <a:pt x="325151" y="0"/>
                    </a:cubicBezTo>
                    <a:cubicBezTo>
                      <a:pt x="31131" y="0"/>
                      <a:pt x="31131" y="0"/>
                      <a:pt x="31131" y="0"/>
                    </a:cubicBezTo>
                    <a:cubicBezTo>
                      <a:pt x="31131" y="192495"/>
                      <a:pt x="31131" y="192495"/>
                      <a:pt x="31131" y="192495"/>
                    </a:cubicBezTo>
                    <a:lnTo>
                      <a:pt x="325151" y="192495"/>
                    </a:lnTo>
                    <a:close/>
                    <a:moveTo>
                      <a:pt x="204084" y="223432"/>
                    </a:moveTo>
                    <a:cubicBezTo>
                      <a:pt x="152198" y="223432"/>
                      <a:pt x="152198" y="223432"/>
                      <a:pt x="152198" y="223432"/>
                    </a:cubicBezTo>
                    <a:cubicBezTo>
                      <a:pt x="152198" y="223432"/>
                      <a:pt x="148739" y="223432"/>
                      <a:pt x="148739" y="219994"/>
                    </a:cubicBezTo>
                    <a:cubicBezTo>
                      <a:pt x="148739" y="216557"/>
                      <a:pt x="152198" y="216557"/>
                      <a:pt x="152198" y="216557"/>
                    </a:cubicBezTo>
                    <a:cubicBezTo>
                      <a:pt x="204084" y="216557"/>
                      <a:pt x="204084" y="216557"/>
                      <a:pt x="204084" y="216557"/>
                    </a:cubicBezTo>
                    <a:cubicBezTo>
                      <a:pt x="207543" y="216557"/>
                      <a:pt x="207543" y="216557"/>
                      <a:pt x="207543" y="219994"/>
                    </a:cubicBezTo>
                    <a:cubicBezTo>
                      <a:pt x="207543" y="223432"/>
                      <a:pt x="207543" y="223432"/>
                      <a:pt x="204084" y="223432"/>
                    </a:cubicBezTo>
                    <a:close/>
                    <a:moveTo>
                      <a:pt x="0" y="206245"/>
                    </a:moveTo>
                    <a:cubicBezTo>
                      <a:pt x="0" y="233744"/>
                      <a:pt x="0" y="233744"/>
                      <a:pt x="0" y="233744"/>
                    </a:cubicBezTo>
                    <a:cubicBezTo>
                      <a:pt x="356282" y="233744"/>
                      <a:pt x="356282" y="233744"/>
                      <a:pt x="356282" y="233744"/>
                    </a:cubicBezTo>
                    <a:cubicBezTo>
                      <a:pt x="356282" y="206245"/>
                      <a:pt x="356282" y="206245"/>
                      <a:pt x="356282" y="206245"/>
                    </a:cubicBezTo>
                    <a:lnTo>
                      <a:pt x="0" y="206245"/>
                    </a:lnTo>
                    <a:close/>
                  </a:path>
                </a:pathLst>
              </a:custGeom>
              <a:solidFill>
                <a:srgbClr val="2492E5"/>
              </a:solidFill>
              <a:ln w="9525">
                <a:noFill/>
                <a:round/>
              </a:ln>
            </p:spPr>
            <p:txBody>
              <a:bodyPr/>
              <a:p/>
            </p:txBody>
          </p:sp>
        </p:grpSp>
        <p:pic>
          <p:nvPicPr>
            <p:cNvPr id="345" name="图片 124"/>
            <p:cNvPicPr>
              <a:picLocks noChangeAspect="true"/>
            </p:cNvPicPr>
            <p:nvPr/>
          </p:nvPicPr>
          <p:blipFill>
            <a:blip r:embed="rId3">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6736913" y="2503833"/>
              <a:ext cx="926188" cy="1060832"/>
            </a:xfrm>
            <a:prstGeom prst="rect"/>
            <a:noFill/>
            <a:ln>
              <a:noFill/>
              <a:miter lim="800000"/>
            </a:ln>
          </p:spPr>
        </p:pic>
        <p:grpSp>
          <p:nvGrpSpPr>
            <p:cNvPr id="346" name="组合 129"/>
            <p:cNvGrpSpPr>
              <a:grpSpLocks noChangeAspect="true"/>
            </p:cNvGrpSpPr>
            <p:nvPr/>
          </p:nvGrpSpPr>
          <p:grpSpPr>
            <a:xfrm>
              <a:off x="7701804" y="3217641"/>
              <a:ext cx="409310" cy="194400"/>
              <a:chOff x="6262920" y="3151899"/>
              <a:chExt cx="495391" cy="233405"/>
            </a:xfrm>
          </p:grpSpPr>
          <p:sp>
            <p:nvSpPr>
              <p:cNvPr id="347" name="Freeform 1282"/>
              <p:cNvSpPr>
                <a:spLocks noEditPoints="true"/>
              </p:cNvSpPr>
              <p:nvPr/>
            </p:nvSpPr>
            <p:spPr>
              <a:xfrm>
                <a:off x="6262532" y="3187905"/>
                <a:ext cx="116876" cy="164556"/>
              </a:xfrm>
              <a:custGeom>
                <a:pathLst>
                  <a:path w="116876" h="164556">
                    <a:moveTo>
                      <a:pt x="116876" y="81479"/>
                    </a:moveTo>
                    <a:cubicBezTo>
                      <a:pt x="0" y="81479"/>
                      <a:pt x="0" y="81479"/>
                      <a:pt x="0" y="81479"/>
                    </a:cubicBezTo>
                    <a:cubicBezTo>
                      <a:pt x="0" y="164556"/>
                      <a:pt x="0" y="164556"/>
                      <a:pt x="0" y="164556"/>
                    </a:cubicBezTo>
                    <a:cubicBezTo>
                      <a:pt x="116876" y="164556"/>
                      <a:pt x="116876" y="164556"/>
                      <a:pt x="116876" y="164556"/>
                    </a:cubicBezTo>
                    <a:lnTo>
                      <a:pt x="116876" y="81479"/>
                    </a:lnTo>
                    <a:close/>
                    <a:moveTo>
                      <a:pt x="97923" y="100651"/>
                    </a:moveTo>
                    <a:cubicBezTo>
                      <a:pt x="97923" y="145384"/>
                      <a:pt x="97923" y="145384"/>
                      <a:pt x="97923" y="145384"/>
                    </a:cubicBezTo>
                    <a:cubicBezTo>
                      <a:pt x="18953" y="145384"/>
                      <a:pt x="18953" y="145384"/>
                      <a:pt x="18953" y="145384"/>
                    </a:cubicBezTo>
                    <a:cubicBezTo>
                      <a:pt x="18953" y="100651"/>
                      <a:pt x="18953" y="100651"/>
                      <a:pt x="18953" y="100651"/>
                    </a:cubicBezTo>
                    <a:lnTo>
                      <a:pt x="97923" y="100651"/>
                    </a:lnTo>
                    <a:close/>
                    <a:moveTo>
                      <a:pt x="14215" y="68698"/>
                    </a:moveTo>
                    <a:cubicBezTo>
                      <a:pt x="14215" y="44734"/>
                      <a:pt x="14215" y="44734"/>
                      <a:pt x="14215" y="44734"/>
                    </a:cubicBezTo>
                    <a:cubicBezTo>
                      <a:pt x="14215" y="19172"/>
                      <a:pt x="33168" y="0"/>
                      <a:pt x="58438" y="0"/>
                    </a:cubicBezTo>
                    <a:cubicBezTo>
                      <a:pt x="82129" y="0"/>
                      <a:pt x="101082" y="19172"/>
                      <a:pt x="101082" y="44734"/>
                    </a:cubicBezTo>
                    <a:cubicBezTo>
                      <a:pt x="101082" y="68698"/>
                      <a:pt x="101082" y="68698"/>
                      <a:pt x="101082" y="68698"/>
                    </a:cubicBezTo>
                    <a:cubicBezTo>
                      <a:pt x="82129" y="68698"/>
                      <a:pt x="82129" y="68698"/>
                      <a:pt x="82129" y="68698"/>
                    </a:cubicBezTo>
                    <a:cubicBezTo>
                      <a:pt x="82129" y="44734"/>
                      <a:pt x="82129" y="44734"/>
                      <a:pt x="82129" y="44734"/>
                    </a:cubicBezTo>
                    <a:cubicBezTo>
                      <a:pt x="82129" y="30355"/>
                      <a:pt x="71073" y="20769"/>
                      <a:pt x="58438" y="20769"/>
                    </a:cubicBezTo>
                    <a:cubicBezTo>
                      <a:pt x="44223" y="20769"/>
                      <a:pt x="34747" y="30355"/>
                      <a:pt x="34747" y="44734"/>
                    </a:cubicBezTo>
                    <a:cubicBezTo>
                      <a:pt x="34747" y="68698"/>
                      <a:pt x="34747" y="68698"/>
                      <a:pt x="34747" y="68698"/>
                    </a:cubicBezTo>
                    <a:lnTo>
                      <a:pt x="14215" y="68698"/>
                    </a:lnTo>
                    <a:close/>
                    <a:moveTo>
                      <a:pt x="80550" y="115029"/>
                    </a:moveTo>
                    <a:cubicBezTo>
                      <a:pt x="75811" y="115029"/>
                      <a:pt x="72653" y="118225"/>
                      <a:pt x="72653" y="123018"/>
                    </a:cubicBezTo>
                    <a:cubicBezTo>
                      <a:pt x="72653" y="127810"/>
                      <a:pt x="75811" y="131006"/>
                      <a:pt x="80550" y="131006"/>
                    </a:cubicBezTo>
                    <a:cubicBezTo>
                      <a:pt x="85288" y="131006"/>
                      <a:pt x="88447" y="127810"/>
                      <a:pt x="88447" y="123018"/>
                    </a:cubicBezTo>
                    <a:cubicBezTo>
                      <a:pt x="88447" y="118225"/>
                      <a:pt x="85288" y="115029"/>
                      <a:pt x="80550" y="115029"/>
                    </a:cubicBezTo>
                    <a:close/>
                    <a:moveTo>
                      <a:pt x="58438" y="115029"/>
                    </a:moveTo>
                    <a:cubicBezTo>
                      <a:pt x="53700" y="115029"/>
                      <a:pt x="50541" y="118225"/>
                      <a:pt x="50541" y="123018"/>
                    </a:cubicBezTo>
                    <a:cubicBezTo>
                      <a:pt x="50541" y="127810"/>
                      <a:pt x="53700" y="131006"/>
                      <a:pt x="58438" y="131006"/>
                    </a:cubicBezTo>
                    <a:cubicBezTo>
                      <a:pt x="63176" y="131006"/>
                      <a:pt x="66335" y="127810"/>
                      <a:pt x="66335" y="123018"/>
                    </a:cubicBezTo>
                    <a:cubicBezTo>
                      <a:pt x="66335" y="118225"/>
                      <a:pt x="63176" y="115029"/>
                      <a:pt x="58438" y="115029"/>
                    </a:cubicBezTo>
                    <a:close/>
                    <a:moveTo>
                      <a:pt x="44223" y="123018"/>
                    </a:moveTo>
                    <a:cubicBezTo>
                      <a:pt x="44223" y="127810"/>
                      <a:pt x="41065" y="131006"/>
                      <a:pt x="36326" y="131006"/>
                    </a:cubicBezTo>
                    <a:cubicBezTo>
                      <a:pt x="31588" y="131006"/>
                      <a:pt x="28429" y="127810"/>
                      <a:pt x="28429" y="123018"/>
                    </a:cubicBezTo>
                    <a:cubicBezTo>
                      <a:pt x="28429" y="118225"/>
                      <a:pt x="31588" y="115029"/>
                      <a:pt x="36326" y="115029"/>
                    </a:cubicBezTo>
                    <a:cubicBezTo>
                      <a:pt x="41065" y="115029"/>
                      <a:pt x="44223" y="118225"/>
                      <a:pt x="44223" y="123018"/>
                    </a:cubicBezTo>
                    <a:close/>
                  </a:path>
                </a:pathLst>
              </a:custGeom>
              <a:solidFill>
                <a:srgbClr val="2492E5"/>
              </a:solidFill>
              <a:ln w="9525">
                <a:noFill/>
                <a:round/>
              </a:ln>
            </p:spPr>
            <p:txBody>
              <a:bodyPr/>
              <a:p/>
            </p:txBody>
          </p:sp>
          <p:sp>
            <p:nvSpPr>
              <p:cNvPr id="348" name="Freeform 1892"/>
              <p:cNvSpPr>
                <a:spLocks noChangeAspect="true" noEditPoints="true"/>
              </p:cNvSpPr>
              <p:nvPr/>
            </p:nvSpPr>
            <p:spPr>
              <a:xfrm>
                <a:off x="6402029" y="3152375"/>
                <a:ext cx="356282" cy="233744"/>
              </a:xfrm>
              <a:custGeom>
                <a:pathLst>
                  <a:path w="356282" h="233744">
                    <a:moveTo>
                      <a:pt x="304396" y="20624"/>
                    </a:moveTo>
                    <a:cubicBezTo>
                      <a:pt x="304396" y="168433"/>
                      <a:pt x="304396" y="168433"/>
                      <a:pt x="304396" y="168433"/>
                    </a:cubicBezTo>
                    <a:cubicBezTo>
                      <a:pt x="55345" y="168433"/>
                      <a:pt x="55345" y="168433"/>
                      <a:pt x="55345" y="168433"/>
                    </a:cubicBezTo>
                    <a:cubicBezTo>
                      <a:pt x="55345" y="20624"/>
                      <a:pt x="55345" y="20624"/>
                      <a:pt x="55345" y="20624"/>
                    </a:cubicBezTo>
                    <a:lnTo>
                      <a:pt x="304396" y="20624"/>
                    </a:lnTo>
                    <a:close/>
                    <a:moveTo>
                      <a:pt x="325151" y="192495"/>
                    </a:moveTo>
                    <a:cubicBezTo>
                      <a:pt x="325151" y="0"/>
                      <a:pt x="325151" y="0"/>
                      <a:pt x="325151" y="0"/>
                    </a:cubicBezTo>
                    <a:cubicBezTo>
                      <a:pt x="31131" y="0"/>
                      <a:pt x="31131" y="0"/>
                      <a:pt x="31131" y="0"/>
                    </a:cubicBezTo>
                    <a:cubicBezTo>
                      <a:pt x="31131" y="192495"/>
                      <a:pt x="31131" y="192495"/>
                      <a:pt x="31131" y="192495"/>
                    </a:cubicBezTo>
                    <a:lnTo>
                      <a:pt x="325151" y="192495"/>
                    </a:lnTo>
                    <a:close/>
                    <a:moveTo>
                      <a:pt x="204084" y="223432"/>
                    </a:moveTo>
                    <a:cubicBezTo>
                      <a:pt x="152198" y="223432"/>
                      <a:pt x="152198" y="223432"/>
                      <a:pt x="152198" y="223432"/>
                    </a:cubicBezTo>
                    <a:cubicBezTo>
                      <a:pt x="152198" y="223432"/>
                      <a:pt x="148739" y="223432"/>
                      <a:pt x="148739" y="219994"/>
                    </a:cubicBezTo>
                    <a:cubicBezTo>
                      <a:pt x="148739" y="216557"/>
                      <a:pt x="152198" y="216557"/>
                      <a:pt x="152198" y="216557"/>
                    </a:cubicBezTo>
                    <a:cubicBezTo>
                      <a:pt x="204084" y="216557"/>
                      <a:pt x="204084" y="216557"/>
                      <a:pt x="204084" y="216557"/>
                    </a:cubicBezTo>
                    <a:cubicBezTo>
                      <a:pt x="207543" y="216557"/>
                      <a:pt x="207543" y="216557"/>
                      <a:pt x="207543" y="219994"/>
                    </a:cubicBezTo>
                    <a:cubicBezTo>
                      <a:pt x="207543" y="223432"/>
                      <a:pt x="207543" y="223432"/>
                      <a:pt x="204084" y="223432"/>
                    </a:cubicBezTo>
                    <a:close/>
                    <a:moveTo>
                      <a:pt x="0" y="206245"/>
                    </a:moveTo>
                    <a:cubicBezTo>
                      <a:pt x="0" y="233744"/>
                      <a:pt x="0" y="233744"/>
                      <a:pt x="0" y="233744"/>
                    </a:cubicBezTo>
                    <a:cubicBezTo>
                      <a:pt x="356282" y="233744"/>
                      <a:pt x="356282" y="233744"/>
                      <a:pt x="356282" y="233744"/>
                    </a:cubicBezTo>
                    <a:cubicBezTo>
                      <a:pt x="356282" y="206245"/>
                      <a:pt x="356282" y="206245"/>
                      <a:pt x="356282" y="206245"/>
                    </a:cubicBezTo>
                    <a:lnTo>
                      <a:pt x="0" y="206245"/>
                    </a:lnTo>
                    <a:close/>
                  </a:path>
                </a:pathLst>
              </a:custGeom>
              <a:solidFill>
                <a:srgbClr val="2492E5"/>
              </a:solidFill>
              <a:ln w="9525">
                <a:noFill/>
                <a:round/>
              </a:ln>
            </p:spPr>
            <p:txBody>
              <a:bodyPr/>
              <a:p/>
            </p:txBody>
          </p:sp>
        </p:grpSp>
        <p:grpSp>
          <p:nvGrpSpPr>
            <p:cNvPr id="349" name="组合 132"/>
            <p:cNvGrpSpPr>
              <a:grpSpLocks noChangeAspect="true"/>
            </p:cNvGrpSpPr>
            <p:nvPr/>
          </p:nvGrpSpPr>
          <p:grpSpPr>
            <a:xfrm>
              <a:off x="6296587" y="2686482"/>
              <a:ext cx="409310" cy="194400"/>
              <a:chOff x="6262920" y="3151899"/>
              <a:chExt cx="495391" cy="233405"/>
            </a:xfrm>
          </p:grpSpPr>
          <p:sp>
            <p:nvSpPr>
              <p:cNvPr id="350" name="Freeform 1282"/>
              <p:cNvSpPr>
                <a:spLocks noEditPoints="true"/>
              </p:cNvSpPr>
              <p:nvPr/>
            </p:nvSpPr>
            <p:spPr>
              <a:xfrm>
                <a:off x="6262920" y="3187985"/>
                <a:ext cx="116876" cy="164556"/>
              </a:xfrm>
              <a:custGeom>
                <a:pathLst>
                  <a:path w="116876" h="164556">
                    <a:moveTo>
                      <a:pt x="116876" y="81479"/>
                    </a:moveTo>
                    <a:cubicBezTo>
                      <a:pt x="0" y="81479"/>
                      <a:pt x="0" y="81479"/>
                      <a:pt x="0" y="81479"/>
                    </a:cubicBezTo>
                    <a:cubicBezTo>
                      <a:pt x="0" y="164556"/>
                      <a:pt x="0" y="164556"/>
                      <a:pt x="0" y="164556"/>
                    </a:cubicBezTo>
                    <a:cubicBezTo>
                      <a:pt x="116876" y="164556"/>
                      <a:pt x="116876" y="164556"/>
                      <a:pt x="116876" y="164556"/>
                    </a:cubicBezTo>
                    <a:lnTo>
                      <a:pt x="116876" y="81479"/>
                    </a:lnTo>
                    <a:close/>
                    <a:moveTo>
                      <a:pt x="97923" y="100651"/>
                    </a:moveTo>
                    <a:cubicBezTo>
                      <a:pt x="97923" y="145384"/>
                      <a:pt x="97923" y="145384"/>
                      <a:pt x="97923" y="145384"/>
                    </a:cubicBezTo>
                    <a:cubicBezTo>
                      <a:pt x="18953" y="145384"/>
                      <a:pt x="18953" y="145384"/>
                      <a:pt x="18953" y="145384"/>
                    </a:cubicBezTo>
                    <a:cubicBezTo>
                      <a:pt x="18953" y="100651"/>
                      <a:pt x="18953" y="100651"/>
                      <a:pt x="18953" y="100651"/>
                    </a:cubicBezTo>
                    <a:lnTo>
                      <a:pt x="97923" y="100651"/>
                    </a:lnTo>
                    <a:close/>
                    <a:moveTo>
                      <a:pt x="14215" y="68698"/>
                    </a:moveTo>
                    <a:cubicBezTo>
                      <a:pt x="14215" y="44734"/>
                      <a:pt x="14215" y="44734"/>
                      <a:pt x="14215" y="44734"/>
                    </a:cubicBezTo>
                    <a:cubicBezTo>
                      <a:pt x="14215" y="19172"/>
                      <a:pt x="33168" y="0"/>
                      <a:pt x="58438" y="0"/>
                    </a:cubicBezTo>
                    <a:cubicBezTo>
                      <a:pt x="82129" y="0"/>
                      <a:pt x="101082" y="19172"/>
                      <a:pt x="101082" y="44734"/>
                    </a:cubicBezTo>
                    <a:cubicBezTo>
                      <a:pt x="101082" y="68698"/>
                      <a:pt x="101082" y="68698"/>
                      <a:pt x="101082" y="68698"/>
                    </a:cubicBezTo>
                    <a:cubicBezTo>
                      <a:pt x="82129" y="68698"/>
                      <a:pt x="82129" y="68698"/>
                      <a:pt x="82129" y="68698"/>
                    </a:cubicBezTo>
                    <a:cubicBezTo>
                      <a:pt x="82129" y="44734"/>
                      <a:pt x="82129" y="44734"/>
                      <a:pt x="82129" y="44734"/>
                    </a:cubicBezTo>
                    <a:cubicBezTo>
                      <a:pt x="82129" y="30355"/>
                      <a:pt x="71073" y="20769"/>
                      <a:pt x="58438" y="20769"/>
                    </a:cubicBezTo>
                    <a:cubicBezTo>
                      <a:pt x="44223" y="20769"/>
                      <a:pt x="34747" y="30355"/>
                      <a:pt x="34747" y="44734"/>
                    </a:cubicBezTo>
                    <a:cubicBezTo>
                      <a:pt x="34747" y="68698"/>
                      <a:pt x="34747" y="68698"/>
                      <a:pt x="34747" y="68698"/>
                    </a:cubicBezTo>
                    <a:lnTo>
                      <a:pt x="14215" y="68698"/>
                    </a:lnTo>
                    <a:close/>
                    <a:moveTo>
                      <a:pt x="80550" y="115029"/>
                    </a:moveTo>
                    <a:cubicBezTo>
                      <a:pt x="75811" y="115029"/>
                      <a:pt x="72653" y="118225"/>
                      <a:pt x="72653" y="123018"/>
                    </a:cubicBezTo>
                    <a:cubicBezTo>
                      <a:pt x="72653" y="127810"/>
                      <a:pt x="75811" y="131006"/>
                      <a:pt x="80550" y="131006"/>
                    </a:cubicBezTo>
                    <a:cubicBezTo>
                      <a:pt x="85288" y="131006"/>
                      <a:pt x="88447" y="127810"/>
                      <a:pt x="88447" y="123018"/>
                    </a:cubicBezTo>
                    <a:cubicBezTo>
                      <a:pt x="88447" y="118225"/>
                      <a:pt x="85288" y="115029"/>
                      <a:pt x="80550" y="115029"/>
                    </a:cubicBezTo>
                    <a:close/>
                    <a:moveTo>
                      <a:pt x="58438" y="115029"/>
                    </a:moveTo>
                    <a:cubicBezTo>
                      <a:pt x="53700" y="115029"/>
                      <a:pt x="50541" y="118225"/>
                      <a:pt x="50541" y="123018"/>
                    </a:cubicBezTo>
                    <a:cubicBezTo>
                      <a:pt x="50541" y="127810"/>
                      <a:pt x="53700" y="131006"/>
                      <a:pt x="58438" y="131006"/>
                    </a:cubicBezTo>
                    <a:cubicBezTo>
                      <a:pt x="63176" y="131006"/>
                      <a:pt x="66335" y="127810"/>
                      <a:pt x="66335" y="123018"/>
                    </a:cubicBezTo>
                    <a:cubicBezTo>
                      <a:pt x="66335" y="118225"/>
                      <a:pt x="63176" y="115029"/>
                      <a:pt x="58438" y="115029"/>
                    </a:cubicBezTo>
                    <a:close/>
                    <a:moveTo>
                      <a:pt x="44223" y="123018"/>
                    </a:moveTo>
                    <a:cubicBezTo>
                      <a:pt x="44223" y="127810"/>
                      <a:pt x="41065" y="131006"/>
                      <a:pt x="36326" y="131006"/>
                    </a:cubicBezTo>
                    <a:cubicBezTo>
                      <a:pt x="31588" y="131006"/>
                      <a:pt x="28429" y="127810"/>
                      <a:pt x="28429" y="123018"/>
                    </a:cubicBezTo>
                    <a:cubicBezTo>
                      <a:pt x="28429" y="118225"/>
                      <a:pt x="31588" y="115029"/>
                      <a:pt x="36326" y="115029"/>
                    </a:cubicBezTo>
                    <a:cubicBezTo>
                      <a:pt x="41065" y="115029"/>
                      <a:pt x="44223" y="118225"/>
                      <a:pt x="44223" y="123018"/>
                    </a:cubicBezTo>
                    <a:close/>
                  </a:path>
                </a:pathLst>
              </a:custGeom>
              <a:solidFill>
                <a:srgbClr val="2492E5"/>
              </a:solidFill>
              <a:ln w="9525">
                <a:noFill/>
                <a:round/>
              </a:ln>
            </p:spPr>
            <p:txBody>
              <a:bodyPr/>
              <a:p/>
            </p:txBody>
          </p:sp>
          <p:sp>
            <p:nvSpPr>
              <p:cNvPr id="351" name="Freeform 1892"/>
              <p:cNvSpPr>
                <a:spLocks noChangeAspect="true" noEditPoints="true"/>
              </p:cNvSpPr>
              <p:nvPr/>
            </p:nvSpPr>
            <p:spPr>
              <a:xfrm>
                <a:off x="6402417" y="3152456"/>
                <a:ext cx="356282" cy="233743"/>
              </a:xfrm>
              <a:custGeom>
                <a:pathLst>
                  <a:path w="356282" h="233743">
                    <a:moveTo>
                      <a:pt x="304396" y="20624"/>
                    </a:moveTo>
                    <a:cubicBezTo>
                      <a:pt x="304396" y="168432"/>
                      <a:pt x="304396" y="168432"/>
                      <a:pt x="304396" y="168432"/>
                    </a:cubicBezTo>
                    <a:cubicBezTo>
                      <a:pt x="55345" y="168432"/>
                      <a:pt x="55345" y="168432"/>
                      <a:pt x="55345" y="168432"/>
                    </a:cubicBezTo>
                    <a:cubicBezTo>
                      <a:pt x="55345" y="20624"/>
                      <a:pt x="55345" y="20624"/>
                      <a:pt x="55345" y="20624"/>
                    </a:cubicBezTo>
                    <a:lnTo>
                      <a:pt x="304396" y="20624"/>
                    </a:lnTo>
                    <a:close/>
                    <a:moveTo>
                      <a:pt x="325151" y="192494"/>
                    </a:moveTo>
                    <a:cubicBezTo>
                      <a:pt x="325151" y="0"/>
                      <a:pt x="325151" y="0"/>
                      <a:pt x="325151" y="0"/>
                    </a:cubicBezTo>
                    <a:cubicBezTo>
                      <a:pt x="31131" y="0"/>
                      <a:pt x="31131" y="0"/>
                      <a:pt x="31131" y="0"/>
                    </a:cubicBezTo>
                    <a:cubicBezTo>
                      <a:pt x="31131" y="192494"/>
                      <a:pt x="31131" y="192494"/>
                      <a:pt x="31131" y="192494"/>
                    </a:cubicBezTo>
                    <a:lnTo>
                      <a:pt x="325151" y="192494"/>
                    </a:lnTo>
                    <a:close/>
                    <a:moveTo>
                      <a:pt x="204084" y="223431"/>
                    </a:moveTo>
                    <a:cubicBezTo>
                      <a:pt x="152198" y="223431"/>
                      <a:pt x="152198" y="223431"/>
                      <a:pt x="152198" y="223431"/>
                    </a:cubicBezTo>
                    <a:cubicBezTo>
                      <a:pt x="152198" y="223431"/>
                      <a:pt x="148739" y="223431"/>
                      <a:pt x="148739" y="219993"/>
                    </a:cubicBezTo>
                    <a:cubicBezTo>
                      <a:pt x="148739" y="216556"/>
                      <a:pt x="152198" y="216556"/>
                      <a:pt x="152198" y="216556"/>
                    </a:cubicBezTo>
                    <a:cubicBezTo>
                      <a:pt x="204084" y="216556"/>
                      <a:pt x="204084" y="216556"/>
                      <a:pt x="204084" y="216556"/>
                    </a:cubicBezTo>
                    <a:cubicBezTo>
                      <a:pt x="207543" y="216556"/>
                      <a:pt x="207543" y="216556"/>
                      <a:pt x="207543" y="219993"/>
                    </a:cubicBezTo>
                    <a:cubicBezTo>
                      <a:pt x="207543" y="223431"/>
                      <a:pt x="207543" y="223431"/>
                      <a:pt x="204084" y="223431"/>
                    </a:cubicBezTo>
                    <a:close/>
                    <a:moveTo>
                      <a:pt x="0" y="206244"/>
                    </a:moveTo>
                    <a:cubicBezTo>
                      <a:pt x="0" y="233743"/>
                      <a:pt x="0" y="233743"/>
                      <a:pt x="0" y="233743"/>
                    </a:cubicBezTo>
                    <a:cubicBezTo>
                      <a:pt x="356282" y="233743"/>
                      <a:pt x="356282" y="233743"/>
                      <a:pt x="356282" y="233743"/>
                    </a:cubicBezTo>
                    <a:cubicBezTo>
                      <a:pt x="356282" y="206244"/>
                      <a:pt x="356282" y="206244"/>
                      <a:pt x="356282" y="206244"/>
                    </a:cubicBezTo>
                    <a:lnTo>
                      <a:pt x="0" y="206244"/>
                    </a:lnTo>
                    <a:close/>
                  </a:path>
                </a:pathLst>
              </a:custGeom>
              <a:solidFill>
                <a:srgbClr val="2492E5"/>
              </a:solidFill>
              <a:ln w="9525">
                <a:noFill/>
                <a:round/>
              </a:ln>
            </p:spPr>
            <p:txBody>
              <a:bodyPr/>
              <a:p/>
            </p:txBody>
          </p:sp>
        </p:grpSp>
        <p:grpSp>
          <p:nvGrpSpPr>
            <p:cNvPr id="352" name="组合 135"/>
            <p:cNvGrpSpPr>
              <a:grpSpLocks noChangeAspect="true"/>
            </p:cNvGrpSpPr>
            <p:nvPr/>
          </p:nvGrpSpPr>
          <p:grpSpPr>
            <a:xfrm>
              <a:off x="7701804" y="2686482"/>
              <a:ext cx="409310" cy="194400"/>
              <a:chOff x="6262920" y="3151899"/>
              <a:chExt cx="495391" cy="233405"/>
            </a:xfrm>
          </p:grpSpPr>
          <p:sp>
            <p:nvSpPr>
              <p:cNvPr id="353" name="Freeform 1282"/>
              <p:cNvSpPr>
                <a:spLocks noEditPoints="true"/>
              </p:cNvSpPr>
              <p:nvPr/>
            </p:nvSpPr>
            <p:spPr>
              <a:xfrm>
                <a:off x="6262532" y="3187985"/>
                <a:ext cx="116876" cy="164556"/>
              </a:xfrm>
              <a:custGeom>
                <a:pathLst>
                  <a:path w="116876" h="164556">
                    <a:moveTo>
                      <a:pt x="116876" y="81479"/>
                    </a:moveTo>
                    <a:cubicBezTo>
                      <a:pt x="0" y="81479"/>
                      <a:pt x="0" y="81479"/>
                      <a:pt x="0" y="81479"/>
                    </a:cubicBezTo>
                    <a:cubicBezTo>
                      <a:pt x="0" y="164556"/>
                      <a:pt x="0" y="164556"/>
                      <a:pt x="0" y="164556"/>
                    </a:cubicBezTo>
                    <a:cubicBezTo>
                      <a:pt x="116876" y="164556"/>
                      <a:pt x="116876" y="164556"/>
                      <a:pt x="116876" y="164556"/>
                    </a:cubicBezTo>
                    <a:lnTo>
                      <a:pt x="116876" y="81479"/>
                    </a:lnTo>
                    <a:close/>
                    <a:moveTo>
                      <a:pt x="97923" y="100651"/>
                    </a:moveTo>
                    <a:cubicBezTo>
                      <a:pt x="97923" y="145384"/>
                      <a:pt x="97923" y="145384"/>
                      <a:pt x="97923" y="145384"/>
                    </a:cubicBezTo>
                    <a:cubicBezTo>
                      <a:pt x="18953" y="145384"/>
                      <a:pt x="18953" y="145384"/>
                      <a:pt x="18953" y="145384"/>
                    </a:cubicBezTo>
                    <a:cubicBezTo>
                      <a:pt x="18953" y="100651"/>
                      <a:pt x="18953" y="100651"/>
                      <a:pt x="18953" y="100651"/>
                    </a:cubicBezTo>
                    <a:lnTo>
                      <a:pt x="97923" y="100651"/>
                    </a:lnTo>
                    <a:close/>
                    <a:moveTo>
                      <a:pt x="14215" y="68698"/>
                    </a:moveTo>
                    <a:cubicBezTo>
                      <a:pt x="14215" y="44734"/>
                      <a:pt x="14215" y="44734"/>
                      <a:pt x="14215" y="44734"/>
                    </a:cubicBezTo>
                    <a:cubicBezTo>
                      <a:pt x="14215" y="19172"/>
                      <a:pt x="33168" y="0"/>
                      <a:pt x="58438" y="0"/>
                    </a:cubicBezTo>
                    <a:cubicBezTo>
                      <a:pt x="82129" y="0"/>
                      <a:pt x="101082" y="19172"/>
                      <a:pt x="101082" y="44734"/>
                    </a:cubicBezTo>
                    <a:cubicBezTo>
                      <a:pt x="101082" y="68698"/>
                      <a:pt x="101082" y="68698"/>
                      <a:pt x="101082" y="68698"/>
                    </a:cubicBezTo>
                    <a:cubicBezTo>
                      <a:pt x="82129" y="68698"/>
                      <a:pt x="82129" y="68698"/>
                      <a:pt x="82129" y="68698"/>
                    </a:cubicBezTo>
                    <a:cubicBezTo>
                      <a:pt x="82129" y="44734"/>
                      <a:pt x="82129" y="44734"/>
                      <a:pt x="82129" y="44734"/>
                    </a:cubicBezTo>
                    <a:cubicBezTo>
                      <a:pt x="82129" y="30355"/>
                      <a:pt x="71073" y="20769"/>
                      <a:pt x="58438" y="20769"/>
                    </a:cubicBezTo>
                    <a:cubicBezTo>
                      <a:pt x="44223" y="20769"/>
                      <a:pt x="34747" y="30355"/>
                      <a:pt x="34747" y="44734"/>
                    </a:cubicBezTo>
                    <a:cubicBezTo>
                      <a:pt x="34747" y="68698"/>
                      <a:pt x="34747" y="68698"/>
                      <a:pt x="34747" y="68698"/>
                    </a:cubicBezTo>
                    <a:lnTo>
                      <a:pt x="14215" y="68698"/>
                    </a:lnTo>
                    <a:close/>
                    <a:moveTo>
                      <a:pt x="80550" y="115029"/>
                    </a:moveTo>
                    <a:cubicBezTo>
                      <a:pt x="75811" y="115029"/>
                      <a:pt x="72653" y="118225"/>
                      <a:pt x="72653" y="123018"/>
                    </a:cubicBezTo>
                    <a:cubicBezTo>
                      <a:pt x="72653" y="127810"/>
                      <a:pt x="75811" y="131006"/>
                      <a:pt x="80550" y="131006"/>
                    </a:cubicBezTo>
                    <a:cubicBezTo>
                      <a:pt x="85288" y="131006"/>
                      <a:pt x="88447" y="127810"/>
                      <a:pt x="88447" y="123018"/>
                    </a:cubicBezTo>
                    <a:cubicBezTo>
                      <a:pt x="88447" y="118225"/>
                      <a:pt x="85288" y="115029"/>
                      <a:pt x="80550" y="115029"/>
                    </a:cubicBezTo>
                    <a:close/>
                    <a:moveTo>
                      <a:pt x="58438" y="115029"/>
                    </a:moveTo>
                    <a:cubicBezTo>
                      <a:pt x="53700" y="115029"/>
                      <a:pt x="50541" y="118225"/>
                      <a:pt x="50541" y="123018"/>
                    </a:cubicBezTo>
                    <a:cubicBezTo>
                      <a:pt x="50541" y="127810"/>
                      <a:pt x="53700" y="131006"/>
                      <a:pt x="58438" y="131006"/>
                    </a:cubicBezTo>
                    <a:cubicBezTo>
                      <a:pt x="63176" y="131006"/>
                      <a:pt x="66335" y="127810"/>
                      <a:pt x="66335" y="123018"/>
                    </a:cubicBezTo>
                    <a:cubicBezTo>
                      <a:pt x="66335" y="118225"/>
                      <a:pt x="63176" y="115029"/>
                      <a:pt x="58438" y="115029"/>
                    </a:cubicBezTo>
                    <a:close/>
                    <a:moveTo>
                      <a:pt x="44223" y="123018"/>
                    </a:moveTo>
                    <a:cubicBezTo>
                      <a:pt x="44223" y="127810"/>
                      <a:pt x="41065" y="131006"/>
                      <a:pt x="36326" y="131006"/>
                    </a:cubicBezTo>
                    <a:cubicBezTo>
                      <a:pt x="31588" y="131006"/>
                      <a:pt x="28429" y="127810"/>
                      <a:pt x="28429" y="123018"/>
                    </a:cubicBezTo>
                    <a:cubicBezTo>
                      <a:pt x="28429" y="118225"/>
                      <a:pt x="31588" y="115029"/>
                      <a:pt x="36326" y="115029"/>
                    </a:cubicBezTo>
                    <a:cubicBezTo>
                      <a:pt x="41065" y="115029"/>
                      <a:pt x="44223" y="118225"/>
                      <a:pt x="44223" y="123018"/>
                    </a:cubicBezTo>
                    <a:close/>
                  </a:path>
                </a:pathLst>
              </a:custGeom>
              <a:solidFill>
                <a:srgbClr val="2492E5"/>
              </a:solidFill>
              <a:ln w="9525">
                <a:noFill/>
                <a:round/>
              </a:ln>
            </p:spPr>
            <p:txBody>
              <a:bodyPr/>
              <a:p/>
            </p:txBody>
          </p:sp>
          <p:sp>
            <p:nvSpPr>
              <p:cNvPr id="354" name="Freeform 1892"/>
              <p:cNvSpPr>
                <a:spLocks noChangeAspect="true" noEditPoints="true"/>
              </p:cNvSpPr>
              <p:nvPr/>
            </p:nvSpPr>
            <p:spPr>
              <a:xfrm>
                <a:off x="6402029" y="3152456"/>
                <a:ext cx="356282" cy="233743"/>
              </a:xfrm>
              <a:custGeom>
                <a:pathLst>
                  <a:path w="356282" h="233743">
                    <a:moveTo>
                      <a:pt x="304396" y="20624"/>
                    </a:moveTo>
                    <a:cubicBezTo>
                      <a:pt x="304396" y="168432"/>
                      <a:pt x="304396" y="168432"/>
                      <a:pt x="304396" y="168432"/>
                    </a:cubicBezTo>
                    <a:cubicBezTo>
                      <a:pt x="55345" y="168432"/>
                      <a:pt x="55345" y="168432"/>
                      <a:pt x="55345" y="168432"/>
                    </a:cubicBezTo>
                    <a:cubicBezTo>
                      <a:pt x="55345" y="20624"/>
                      <a:pt x="55345" y="20624"/>
                      <a:pt x="55345" y="20624"/>
                    </a:cubicBezTo>
                    <a:lnTo>
                      <a:pt x="304396" y="20624"/>
                    </a:lnTo>
                    <a:close/>
                    <a:moveTo>
                      <a:pt x="325151" y="192494"/>
                    </a:moveTo>
                    <a:cubicBezTo>
                      <a:pt x="325151" y="0"/>
                      <a:pt x="325151" y="0"/>
                      <a:pt x="325151" y="0"/>
                    </a:cubicBezTo>
                    <a:cubicBezTo>
                      <a:pt x="31131" y="0"/>
                      <a:pt x="31131" y="0"/>
                      <a:pt x="31131" y="0"/>
                    </a:cubicBezTo>
                    <a:cubicBezTo>
                      <a:pt x="31131" y="192494"/>
                      <a:pt x="31131" y="192494"/>
                      <a:pt x="31131" y="192494"/>
                    </a:cubicBezTo>
                    <a:lnTo>
                      <a:pt x="325151" y="192494"/>
                    </a:lnTo>
                    <a:close/>
                    <a:moveTo>
                      <a:pt x="204084" y="223431"/>
                    </a:moveTo>
                    <a:cubicBezTo>
                      <a:pt x="152198" y="223431"/>
                      <a:pt x="152198" y="223431"/>
                      <a:pt x="152198" y="223431"/>
                    </a:cubicBezTo>
                    <a:cubicBezTo>
                      <a:pt x="152198" y="223431"/>
                      <a:pt x="148739" y="223431"/>
                      <a:pt x="148739" y="219993"/>
                    </a:cubicBezTo>
                    <a:cubicBezTo>
                      <a:pt x="148739" y="216556"/>
                      <a:pt x="152198" y="216556"/>
                      <a:pt x="152198" y="216556"/>
                    </a:cubicBezTo>
                    <a:cubicBezTo>
                      <a:pt x="204084" y="216556"/>
                      <a:pt x="204084" y="216556"/>
                      <a:pt x="204084" y="216556"/>
                    </a:cubicBezTo>
                    <a:cubicBezTo>
                      <a:pt x="207543" y="216556"/>
                      <a:pt x="207543" y="216556"/>
                      <a:pt x="207543" y="219993"/>
                    </a:cubicBezTo>
                    <a:cubicBezTo>
                      <a:pt x="207543" y="223431"/>
                      <a:pt x="207543" y="223431"/>
                      <a:pt x="204084" y="223431"/>
                    </a:cubicBezTo>
                    <a:close/>
                    <a:moveTo>
                      <a:pt x="0" y="206244"/>
                    </a:moveTo>
                    <a:cubicBezTo>
                      <a:pt x="0" y="233743"/>
                      <a:pt x="0" y="233743"/>
                      <a:pt x="0" y="233743"/>
                    </a:cubicBezTo>
                    <a:cubicBezTo>
                      <a:pt x="356282" y="233743"/>
                      <a:pt x="356282" y="233743"/>
                      <a:pt x="356282" y="233743"/>
                    </a:cubicBezTo>
                    <a:cubicBezTo>
                      <a:pt x="356282" y="206244"/>
                      <a:pt x="356282" y="206244"/>
                      <a:pt x="356282" y="206244"/>
                    </a:cubicBezTo>
                    <a:lnTo>
                      <a:pt x="0" y="206244"/>
                    </a:lnTo>
                    <a:close/>
                  </a:path>
                </a:pathLst>
              </a:custGeom>
              <a:solidFill>
                <a:srgbClr val="2492E5"/>
              </a:solidFill>
              <a:ln w="9525">
                <a:noFill/>
                <a:round/>
              </a:ln>
            </p:spPr>
            <p:txBody>
              <a:bodyPr/>
              <a:p/>
            </p:txBody>
          </p:sp>
        </p:grpSp>
        <p:grpSp>
          <p:nvGrpSpPr>
            <p:cNvPr id="355" name="组合 138"/>
            <p:cNvGrpSpPr>
              <a:grpSpLocks noChangeAspect="true"/>
            </p:cNvGrpSpPr>
            <p:nvPr/>
          </p:nvGrpSpPr>
          <p:grpSpPr>
            <a:xfrm>
              <a:off x="6935323" y="2289795"/>
              <a:ext cx="409310" cy="194400"/>
              <a:chOff x="6262920" y="3151899"/>
              <a:chExt cx="495391" cy="233405"/>
            </a:xfrm>
          </p:grpSpPr>
          <p:sp>
            <p:nvSpPr>
              <p:cNvPr id="356" name="Freeform 1282"/>
              <p:cNvSpPr>
                <a:spLocks noEditPoints="true"/>
              </p:cNvSpPr>
              <p:nvPr/>
            </p:nvSpPr>
            <p:spPr>
              <a:xfrm>
                <a:off x="6262742" y="3187429"/>
                <a:ext cx="116876" cy="164556"/>
              </a:xfrm>
              <a:custGeom>
                <a:pathLst>
                  <a:path w="116876" h="164556">
                    <a:moveTo>
                      <a:pt x="116876" y="81479"/>
                    </a:moveTo>
                    <a:cubicBezTo>
                      <a:pt x="0" y="81479"/>
                      <a:pt x="0" y="81479"/>
                      <a:pt x="0" y="81479"/>
                    </a:cubicBezTo>
                    <a:cubicBezTo>
                      <a:pt x="0" y="164556"/>
                      <a:pt x="0" y="164556"/>
                      <a:pt x="0" y="164556"/>
                    </a:cubicBezTo>
                    <a:cubicBezTo>
                      <a:pt x="116876" y="164556"/>
                      <a:pt x="116876" y="164556"/>
                      <a:pt x="116876" y="164556"/>
                    </a:cubicBezTo>
                    <a:lnTo>
                      <a:pt x="116876" y="81479"/>
                    </a:lnTo>
                    <a:close/>
                    <a:moveTo>
                      <a:pt x="97923" y="100651"/>
                    </a:moveTo>
                    <a:cubicBezTo>
                      <a:pt x="97923" y="145384"/>
                      <a:pt x="97923" y="145384"/>
                      <a:pt x="97923" y="145384"/>
                    </a:cubicBezTo>
                    <a:cubicBezTo>
                      <a:pt x="18953" y="145384"/>
                      <a:pt x="18953" y="145384"/>
                      <a:pt x="18953" y="145384"/>
                    </a:cubicBezTo>
                    <a:cubicBezTo>
                      <a:pt x="18953" y="100651"/>
                      <a:pt x="18953" y="100651"/>
                      <a:pt x="18953" y="100651"/>
                    </a:cubicBezTo>
                    <a:lnTo>
                      <a:pt x="97923" y="100651"/>
                    </a:lnTo>
                    <a:close/>
                    <a:moveTo>
                      <a:pt x="14215" y="68698"/>
                    </a:moveTo>
                    <a:cubicBezTo>
                      <a:pt x="14215" y="44734"/>
                      <a:pt x="14215" y="44734"/>
                      <a:pt x="14215" y="44734"/>
                    </a:cubicBezTo>
                    <a:cubicBezTo>
                      <a:pt x="14215" y="19172"/>
                      <a:pt x="33168" y="0"/>
                      <a:pt x="58438" y="0"/>
                    </a:cubicBezTo>
                    <a:cubicBezTo>
                      <a:pt x="82129" y="0"/>
                      <a:pt x="101082" y="19172"/>
                      <a:pt x="101082" y="44734"/>
                    </a:cubicBezTo>
                    <a:cubicBezTo>
                      <a:pt x="101082" y="68698"/>
                      <a:pt x="101082" y="68698"/>
                      <a:pt x="101082" y="68698"/>
                    </a:cubicBezTo>
                    <a:cubicBezTo>
                      <a:pt x="82129" y="68698"/>
                      <a:pt x="82129" y="68698"/>
                      <a:pt x="82129" y="68698"/>
                    </a:cubicBezTo>
                    <a:cubicBezTo>
                      <a:pt x="82129" y="44734"/>
                      <a:pt x="82129" y="44734"/>
                      <a:pt x="82129" y="44734"/>
                    </a:cubicBezTo>
                    <a:cubicBezTo>
                      <a:pt x="82129" y="30355"/>
                      <a:pt x="71073" y="20769"/>
                      <a:pt x="58438" y="20769"/>
                    </a:cubicBezTo>
                    <a:cubicBezTo>
                      <a:pt x="44223" y="20769"/>
                      <a:pt x="34747" y="30355"/>
                      <a:pt x="34747" y="44734"/>
                    </a:cubicBezTo>
                    <a:cubicBezTo>
                      <a:pt x="34747" y="68698"/>
                      <a:pt x="34747" y="68698"/>
                      <a:pt x="34747" y="68698"/>
                    </a:cubicBezTo>
                    <a:lnTo>
                      <a:pt x="14215" y="68698"/>
                    </a:lnTo>
                    <a:close/>
                    <a:moveTo>
                      <a:pt x="80550" y="115029"/>
                    </a:moveTo>
                    <a:cubicBezTo>
                      <a:pt x="75811" y="115029"/>
                      <a:pt x="72653" y="118225"/>
                      <a:pt x="72653" y="123018"/>
                    </a:cubicBezTo>
                    <a:cubicBezTo>
                      <a:pt x="72653" y="127810"/>
                      <a:pt x="75811" y="131006"/>
                      <a:pt x="80550" y="131006"/>
                    </a:cubicBezTo>
                    <a:cubicBezTo>
                      <a:pt x="85288" y="131006"/>
                      <a:pt x="88447" y="127810"/>
                      <a:pt x="88447" y="123018"/>
                    </a:cubicBezTo>
                    <a:cubicBezTo>
                      <a:pt x="88447" y="118225"/>
                      <a:pt x="85288" y="115029"/>
                      <a:pt x="80550" y="115029"/>
                    </a:cubicBezTo>
                    <a:close/>
                    <a:moveTo>
                      <a:pt x="58438" y="115029"/>
                    </a:moveTo>
                    <a:cubicBezTo>
                      <a:pt x="53700" y="115029"/>
                      <a:pt x="50541" y="118225"/>
                      <a:pt x="50541" y="123018"/>
                    </a:cubicBezTo>
                    <a:cubicBezTo>
                      <a:pt x="50541" y="127810"/>
                      <a:pt x="53700" y="131006"/>
                      <a:pt x="58438" y="131006"/>
                    </a:cubicBezTo>
                    <a:cubicBezTo>
                      <a:pt x="63176" y="131006"/>
                      <a:pt x="66335" y="127810"/>
                      <a:pt x="66335" y="123018"/>
                    </a:cubicBezTo>
                    <a:cubicBezTo>
                      <a:pt x="66335" y="118225"/>
                      <a:pt x="63176" y="115029"/>
                      <a:pt x="58438" y="115029"/>
                    </a:cubicBezTo>
                    <a:close/>
                    <a:moveTo>
                      <a:pt x="44223" y="123018"/>
                    </a:moveTo>
                    <a:cubicBezTo>
                      <a:pt x="44223" y="127810"/>
                      <a:pt x="41065" y="131006"/>
                      <a:pt x="36326" y="131006"/>
                    </a:cubicBezTo>
                    <a:cubicBezTo>
                      <a:pt x="31588" y="131006"/>
                      <a:pt x="28429" y="127810"/>
                      <a:pt x="28429" y="123018"/>
                    </a:cubicBezTo>
                    <a:cubicBezTo>
                      <a:pt x="28429" y="118225"/>
                      <a:pt x="31588" y="115029"/>
                      <a:pt x="36326" y="115029"/>
                    </a:cubicBezTo>
                    <a:cubicBezTo>
                      <a:pt x="41065" y="115029"/>
                      <a:pt x="44223" y="118225"/>
                      <a:pt x="44223" y="123018"/>
                    </a:cubicBezTo>
                    <a:close/>
                  </a:path>
                </a:pathLst>
              </a:custGeom>
              <a:solidFill>
                <a:srgbClr val="2492E5"/>
              </a:solidFill>
              <a:ln w="9525">
                <a:noFill/>
                <a:round/>
              </a:ln>
            </p:spPr>
            <p:txBody>
              <a:bodyPr/>
              <a:p/>
            </p:txBody>
          </p:sp>
          <p:sp>
            <p:nvSpPr>
              <p:cNvPr id="357" name="Freeform 1892"/>
              <p:cNvSpPr>
                <a:spLocks noChangeAspect="true" noEditPoints="true"/>
              </p:cNvSpPr>
              <p:nvPr/>
            </p:nvSpPr>
            <p:spPr>
              <a:xfrm>
                <a:off x="6402239" y="3151899"/>
                <a:ext cx="356282" cy="233744"/>
              </a:xfrm>
              <a:custGeom>
                <a:pathLst>
                  <a:path w="356282" h="233744">
                    <a:moveTo>
                      <a:pt x="304396" y="20624"/>
                    </a:moveTo>
                    <a:cubicBezTo>
                      <a:pt x="304396" y="168433"/>
                      <a:pt x="304396" y="168433"/>
                      <a:pt x="304396" y="168433"/>
                    </a:cubicBezTo>
                    <a:cubicBezTo>
                      <a:pt x="55345" y="168433"/>
                      <a:pt x="55345" y="168433"/>
                      <a:pt x="55345" y="168433"/>
                    </a:cubicBezTo>
                    <a:cubicBezTo>
                      <a:pt x="55345" y="20624"/>
                      <a:pt x="55345" y="20624"/>
                      <a:pt x="55345" y="20624"/>
                    </a:cubicBezTo>
                    <a:lnTo>
                      <a:pt x="304396" y="20624"/>
                    </a:lnTo>
                    <a:close/>
                    <a:moveTo>
                      <a:pt x="325151" y="192495"/>
                    </a:moveTo>
                    <a:cubicBezTo>
                      <a:pt x="325151" y="0"/>
                      <a:pt x="325151" y="0"/>
                      <a:pt x="325151" y="0"/>
                    </a:cubicBezTo>
                    <a:cubicBezTo>
                      <a:pt x="31131" y="0"/>
                      <a:pt x="31131" y="0"/>
                      <a:pt x="31131" y="0"/>
                    </a:cubicBezTo>
                    <a:cubicBezTo>
                      <a:pt x="31131" y="192495"/>
                      <a:pt x="31131" y="192495"/>
                      <a:pt x="31131" y="192495"/>
                    </a:cubicBezTo>
                    <a:lnTo>
                      <a:pt x="325151" y="192495"/>
                    </a:lnTo>
                    <a:close/>
                    <a:moveTo>
                      <a:pt x="204084" y="223432"/>
                    </a:moveTo>
                    <a:cubicBezTo>
                      <a:pt x="152198" y="223432"/>
                      <a:pt x="152198" y="223432"/>
                      <a:pt x="152198" y="223432"/>
                    </a:cubicBezTo>
                    <a:cubicBezTo>
                      <a:pt x="152198" y="223432"/>
                      <a:pt x="148739" y="223432"/>
                      <a:pt x="148739" y="219994"/>
                    </a:cubicBezTo>
                    <a:cubicBezTo>
                      <a:pt x="148739" y="216557"/>
                      <a:pt x="152198" y="216557"/>
                      <a:pt x="152198" y="216557"/>
                    </a:cubicBezTo>
                    <a:cubicBezTo>
                      <a:pt x="204084" y="216557"/>
                      <a:pt x="204084" y="216557"/>
                      <a:pt x="204084" y="216557"/>
                    </a:cubicBezTo>
                    <a:cubicBezTo>
                      <a:pt x="207543" y="216557"/>
                      <a:pt x="207543" y="216557"/>
                      <a:pt x="207543" y="219994"/>
                    </a:cubicBezTo>
                    <a:cubicBezTo>
                      <a:pt x="207543" y="223432"/>
                      <a:pt x="207543" y="223432"/>
                      <a:pt x="204084" y="223432"/>
                    </a:cubicBezTo>
                    <a:close/>
                    <a:moveTo>
                      <a:pt x="0" y="206245"/>
                    </a:moveTo>
                    <a:cubicBezTo>
                      <a:pt x="0" y="233744"/>
                      <a:pt x="0" y="233744"/>
                      <a:pt x="0" y="233744"/>
                    </a:cubicBezTo>
                    <a:cubicBezTo>
                      <a:pt x="356282" y="233744"/>
                      <a:pt x="356282" y="233744"/>
                      <a:pt x="356282" y="233744"/>
                    </a:cubicBezTo>
                    <a:cubicBezTo>
                      <a:pt x="356282" y="206245"/>
                      <a:pt x="356282" y="206245"/>
                      <a:pt x="356282" y="206245"/>
                    </a:cubicBezTo>
                    <a:lnTo>
                      <a:pt x="0" y="206245"/>
                    </a:lnTo>
                    <a:close/>
                  </a:path>
                </a:pathLst>
              </a:custGeom>
              <a:solidFill>
                <a:srgbClr val="2492E5"/>
              </a:solidFill>
              <a:ln w="9525">
                <a:noFill/>
                <a:round/>
              </a:ln>
            </p:spPr>
            <p:txBody>
              <a:bodyPr/>
              <a:p/>
            </p:txBody>
          </p:sp>
        </p:grpSp>
        <p:grpSp>
          <p:nvGrpSpPr>
            <p:cNvPr id="358" name="组合 141"/>
            <p:cNvGrpSpPr>
              <a:grpSpLocks noChangeAspect="true"/>
            </p:cNvGrpSpPr>
            <p:nvPr/>
          </p:nvGrpSpPr>
          <p:grpSpPr>
            <a:xfrm>
              <a:off x="6935323" y="3587435"/>
              <a:ext cx="409310" cy="194400"/>
              <a:chOff x="6262920" y="3151899"/>
              <a:chExt cx="495391" cy="233405"/>
            </a:xfrm>
          </p:grpSpPr>
          <p:sp>
            <p:nvSpPr>
              <p:cNvPr id="359" name="Freeform 1282"/>
              <p:cNvSpPr>
                <a:spLocks noEditPoints="true"/>
              </p:cNvSpPr>
              <p:nvPr/>
            </p:nvSpPr>
            <p:spPr>
              <a:xfrm>
                <a:off x="6262742" y="3187089"/>
                <a:ext cx="116876" cy="164556"/>
              </a:xfrm>
              <a:custGeom>
                <a:pathLst>
                  <a:path w="116876" h="164556">
                    <a:moveTo>
                      <a:pt x="116876" y="81479"/>
                    </a:moveTo>
                    <a:cubicBezTo>
                      <a:pt x="0" y="81479"/>
                      <a:pt x="0" y="81479"/>
                      <a:pt x="0" y="81479"/>
                    </a:cubicBezTo>
                    <a:cubicBezTo>
                      <a:pt x="0" y="164556"/>
                      <a:pt x="0" y="164556"/>
                      <a:pt x="0" y="164556"/>
                    </a:cubicBezTo>
                    <a:cubicBezTo>
                      <a:pt x="116876" y="164556"/>
                      <a:pt x="116876" y="164556"/>
                      <a:pt x="116876" y="164556"/>
                    </a:cubicBezTo>
                    <a:lnTo>
                      <a:pt x="116876" y="81479"/>
                    </a:lnTo>
                    <a:close/>
                    <a:moveTo>
                      <a:pt x="97923" y="100651"/>
                    </a:moveTo>
                    <a:cubicBezTo>
                      <a:pt x="97923" y="145384"/>
                      <a:pt x="97923" y="145384"/>
                      <a:pt x="97923" y="145384"/>
                    </a:cubicBezTo>
                    <a:cubicBezTo>
                      <a:pt x="18953" y="145384"/>
                      <a:pt x="18953" y="145384"/>
                      <a:pt x="18953" y="145384"/>
                    </a:cubicBezTo>
                    <a:cubicBezTo>
                      <a:pt x="18953" y="100651"/>
                      <a:pt x="18953" y="100651"/>
                      <a:pt x="18953" y="100651"/>
                    </a:cubicBezTo>
                    <a:lnTo>
                      <a:pt x="97923" y="100651"/>
                    </a:lnTo>
                    <a:close/>
                    <a:moveTo>
                      <a:pt x="14215" y="68698"/>
                    </a:moveTo>
                    <a:cubicBezTo>
                      <a:pt x="14215" y="44734"/>
                      <a:pt x="14215" y="44734"/>
                      <a:pt x="14215" y="44734"/>
                    </a:cubicBezTo>
                    <a:cubicBezTo>
                      <a:pt x="14215" y="19172"/>
                      <a:pt x="33168" y="0"/>
                      <a:pt x="58438" y="0"/>
                    </a:cubicBezTo>
                    <a:cubicBezTo>
                      <a:pt x="82129" y="0"/>
                      <a:pt x="101082" y="19172"/>
                      <a:pt x="101082" y="44734"/>
                    </a:cubicBezTo>
                    <a:cubicBezTo>
                      <a:pt x="101082" y="68698"/>
                      <a:pt x="101082" y="68698"/>
                      <a:pt x="101082" y="68698"/>
                    </a:cubicBezTo>
                    <a:cubicBezTo>
                      <a:pt x="82129" y="68698"/>
                      <a:pt x="82129" y="68698"/>
                      <a:pt x="82129" y="68698"/>
                    </a:cubicBezTo>
                    <a:cubicBezTo>
                      <a:pt x="82129" y="44734"/>
                      <a:pt x="82129" y="44734"/>
                      <a:pt x="82129" y="44734"/>
                    </a:cubicBezTo>
                    <a:cubicBezTo>
                      <a:pt x="82129" y="30355"/>
                      <a:pt x="71073" y="20769"/>
                      <a:pt x="58438" y="20769"/>
                    </a:cubicBezTo>
                    <a:cubicBezTo>
                      <a:pt x="44223" y="20769"/>
                      <a:pt x="34747" y="30355"/>
                      <a:pt x="34747" y="44734"/>
                    </a:cubicBezTo>
                    <a:cubicBezTo>
                      <a:pt x="34747" y="68698"/>
                      <a:pt x="34747" y="68698"/>
                      <a:pt x="34747" y="68698"/>
                    </a:cubicBezTo>
                    <a:lnTo>
                      <a:pt x="14215" y="68698"/>
                    </a:lnTo>
                    <a:close/>
                    <a:moveTo>
                      <a:pt x="80550" y="115029"/>
                    </a:moveTo>
                    <a:cubicBezTo>
                      <a:pt x="75811" y="115029"/>
                      <a:pt x="72653" y="118225"/>
                      <a:pt x="72653" y="123018"/>
                    </a:cubicBezTo>
                    <a:cubicBezTo>
                      <a:pt x="72653" y="127810"/>
                      <a:pt x="75811" y="131006"/>
                      <a:pt x="80550" y="131006"/>
                    </a:cubicBezTo>
                    <a:cubicBezTo>
                      <a:pt x="85288" y="131006"/>
                      <a:pt x="88447" y="127810"/>
                      <a:pt x="88447" y="123018"/>
                    </a:cubicBezTo>
                    <a:cubicBezTo>
                      <a:pt x="88447" y="118225"/>
                      <a:pt x="85288" y="115029"/>
                      <a:pt x="80550" y="115029"/>
                    </a:cubicBezTo>
                    <a:close/>
                    <a:moveTo>
                      <a:pt x="58438" y="115029"/>
                    </a:moveTo>
                    <a:cubicBezTo>
                      <a:pt x="53700" y="115029"/>
                      <a:pt x="50541" y="118225"/>
                      <a:pt x="50541" y="123018"/>
                    </a:cubicBezTo>
                    <a:cubicBezTo>
                      <a:pt x="50541" y="127810"/>
                      <a:pt x="53700" y="131006"/>
                      <a:pt x="58438" y="131006"/>
                    </a:cubicBezTo>
                    <a:cubicBezTo>
                      <a:pt x="63176" y="131006"/>
                      <a:pt x="66335" y="127810"/>
                      <a:pt x="66335" y="123018"/>
                    </a:cubicBezTo>
                    <a:cubicBezTo>
                      <a:pt x="66335" y="118225"/>
                      <a:pt x="63176" y="115029"/>
                      <a:pt x="58438" y="115029"/>
                    </a:cubicBezTo>
                    <a:close/>
                    <a:moveTo>
                      <a:pt x="44223" y="123018"/>
                    </a:moveTo>
                    <a:cubicBezTo>
                      <a:pt x="44223" y="127810"/>
                      <a:pt x="41065" y="131006"/>
                      <a:pt x="36326" y="131006"/>
                    </a:cubicBezTo>
                    <a:cubicBezTo>
                      <a:pt x="31588" y="131006"/>
                      <a:pt x="28429" y="127810"/>
                      <a:pt x="28429" y="123018"/>
                    </a:cubicBezTo>
                    <a:cubicBezTo>
                      <a:pt x="28429" y="118225"/>
                      <a:pt x="31588" y="115029"/>
                      <a:pt x="36326" y="115029"/>
                    </a:cubicBezTo>
                    <a:cubicBezTo>
                      <a:pt x="41065" y="115029"/>
                      <a:pt x="44223" y="118225"/>
                      <a:pt x="44223" y="123018"/>
                    </a:cubicBezTo>
                    <a:close/>
                  </a:path>
                </a:pathLst>
              </a:custGeom>
              <a:solidFill>
                <a:srgbClr val="2492E5"/>
              </a:solidFill>
              <a:ln w="9525">
                <a:noFill/>
                <a:round/>
              </a:ln>
            </p:spPr>
            <p:txBody>
              <a:bodyPr/>
              <a:p/>
            </p:txBody>
          </p:sp>
          <p:sp>
            <p:nvSpPr>
              <p:cNvPr id="360" name="Freeform 1892"/>
              <p:cNvSpPr>
                <a:spLocks noChangeAspect="true" noEditPoints="true"/>
              </p:cNvSpPr>
              <p:nvPr/>
            </p:nvSpPr>
            <p:spPr>
              <a:xfrm>
                <a:off x="6402239" y="3151561"/>
                <a:ext cx="356282" cy="233743"/>
              </a:xfrm>
              <a:custGeom>
                <a:pathLst>
                  <a:path w="356282" h="233743">
                    <a:moveTo>
                      <a:pt x="304396" y="20624"/>
                    </a:moveTo>
                    <a:cubicBezTo>
                      <a:pt x="304396" y="168432"/>
                      <a:pt x="304396" y="168432"/>
                      <a:pt x="304396" y="168432"/>
                    </a:cubicBezTo>
                    <a:cubicBezTo>
                      <a:pt x="55345" y="168432"/>
                      <a:pt x="55345" y="168432"/>
                      <a:pt x="55345" y="168432"/>
                    </a:cubicBezTo>
                    <a:cubicBezTo>
                      <a:pt x="55345" y="20624"/>
                      <a:pt x="55345" y="20624"/>
                      <a:pt x="55345" y="20624"/>
                    </a:cubicBezTo>
                    <a:lnTo>
                      <a:pt x="304396" y="20624"/>
                    </a:lnTo>
                    <a:close/>
                    <a:moveTo>
                      <a:pt x="325151" y="192494"/>
                    </a:moveTo>
                    <a:cubicBezTo>
                      <a:pt x="325151" y="0"/>
                      <a:pt x="325151" y="0"/>
                      <a:pt x="325151" y="0"/>
                    </a:cubicBezTo>
                    <a:cubicBezTo>
                      <a:pt x="31131" y="0"/>
                      <a:pt x="31131" y="0"/>
                      <a:pt x="31131" y="0"/>
                    </a:cubicBezTo>
                    <a:cubicBezTo>
                      <a:pt x="31131" y="192494"/>
                      <a:pt x="31131" y="192494"/>
                      <a:pt x="31131" y="192494"/>
                    </a:cubicBezTo>
                    <a:lnTo>
                      <a:pt x="325151" y="192494"/>
                    </a:lnTo>
                    <a:close/>
                    <a:moveTo>
                      <a:pt x="204084" y="223431"/>
                    </a:moveTo>
                    <a:cubicBezTo>
                      <a:pt x="152198" y="223431"/>
                      <a:pt x="152198" y="223431"/>
                      <a:pt x="152198" y="223431"/>
                    </a:cubicBezTo>
                    <a:cubicBezTo>
                      <a:pt x="152198" y="223431"/>
                      <a:pt x="148739" y="223431"/>
                      <a:pt x="148739" y="219993"/>
                    </a:cubicBezTo>
                    <a:cubicBezTo>
                      <a:pt x="148739" y="216556"/>
                      <a:pt x="152198" y="216556"/>
                      <a:pt x="152198" y="216556"/>
                    </a:cubicBezTo>
                    <a:cubicBezTo>
                      <a:pt x="204084" y="216556"/>
                      <a:pt x="204084" y="216556"/>
                      <a:pt x="204084" y="216556"/>
                    </a:cubicBezTo>
                    <a:cubicBezTo>
                      <a:pt x="207543" y="216556"/>
                      <a:pt x="207543" y="216556"/>
                      <a:pt x="207543" y="219993"/>
                    </a:cubicBezTo>
                    <a:cubicBezTo>
                      <a:pt x="207543" y="223431"/>
                      <a:pt x="207543" y="223431"/>
                      <a:pt x="204084" y="223431"/>
                    </a:cubicBezTo>
                    <a:close/>
                    <a:moveTo>
                      <a:pt x="0" y="206244"/>
                    </a:moveTo>
                    <a:cubicBezTo>
                      <a:pt x="0" y="233743"/>
                      <a:pt x="0" y="233743"/>
                      <a:pt x="0" y="233743"/>
                    </a:cubicBezTo>
                    <a:cubicBezTo>
                      <a:pt x="356282" y="233743"/>
                      <a:pt x="356282" y="233743"/>
                      <a:pt x="356282" y="233743"/>
                    </a:cubicBezTo>
                    <a:cubicBezTo>
                      <a:pt x="356282" y="206244"/>
                      <a:pt x="356282" y="206244"/>
                      <a:pt x="356282" y="206244"/>
                    </a:cubicBezTo>
                    <a:lnTo>
                      <a:pt x="0" y="206244"/>
                    </a:lnTo>
                    <a:close/>
                  </a:path>
                </a:pathLst>
              </a:custGeom>
              <a:solidFill>
                <a:srgbClr val="2492E5"/>
              </a:solidFill>
              <a:ln w="9525">
                <a:noFill/>
                <a:round/>
              </a:ln>
            </p:spPr>
            <p:txBody>
              <a:bodyPr/>
              <a:p/>
            </p:txBody>
          </p:sp>
        </p:grpSp>
      </p:grpSp>
    </p:spTree>
  </p:cSld>
  <p:clrMapOvr>
    <a:masterClrMapping/>
  </p:clrMapOvr>
</p:sld>
</file>

<file path=ppt/slides/slide21.xml><?xml version="1.0" encoding="utf-8"?>
<p:sld xmlns:ahyp="http://schemas.microsoft.com/office/drawing/2018/hyperlinkcolor" xmlns:a="http://schemas.openxmlformats.org/drawingml/2006/main" xmlns:p="http://schemas.openxmlformats.org/presentationml/2006/main" xmlns:r="http://schemas.openxmlformats.org/officeDocument/2006/relationships" xmlns:mc="http://schemas.openxmlformats.org/markup-compatibility/2006" mc:Ignorable="ahyp">
  <p:cSld>
    <p:spTree>
      <p:nvGrpSpPr>
        <p:cNvPr id="361" name=""/>
        <p:cNvGrpSpPr/>
        <p:nvPr/>
      </p:nvGrpSpPr>
      <p:grpSpPr>
        <a:xfrm>
          <a:off x="0" y="0"/>
          <a:ext cx="0" cy="0"/>
          <a:chOff x="0" y="0"/>
          <a:chExt cx="0" cy="0"/>
        </a:xfrm>
      </p:grpSpPr>
      <p:sp>
        <p:nvSpPr>
          <p:cNvPr id="362" name="灯片编号占位符 3"/>
          <p:cNvSpPr txBox="true">
            <a:spLocks noGrp="true" noChangeArrowheads="true"/>
          </p:cNvSpPr>
          <p:nvPr>
            <p:ph type="sldNum"/>
          </p:nvPr>
        </p:nvSpPr>
        <p:spPr>
          <a:xfrm>
            <a:off x="8594725" y="4840288"/>
            <a:ext cx="549275" cy="303212"/>
          </a:xfrm>
          <a:prstGeom prst="rect"/>
          <a:noFill/>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r"/>
            <a:fld id="{6A564DD2-F476-4CF6-85AE-08EF5660868D}" type="slidenum">
              <a:rPr lang="en-US" sz="900">
                <a:solidFill>
                  <a:srgbClr val="898989"/>
                </a:solidFill>
                <a:ea typeface="黑体"/>
              </a:rPr>
              <a:t>21</a:t>
            </a:fld>
            <a:endParaRPr lang="en-US" sz="900">
              <a:solidFill>
                <a:srgbClr val="898989"/>
              </a:solidFill>
              <a:ea typeface="黑体"/>
            </a:endParaRPr>
          </a:p>
        </p:txBody>
      </p:sp>
      <p:sp>
        <p:nvSpPr>
          <p:cNvPr id="363"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国内外联盟</a:t>
            </a:r>
            <a:endParaRPr lang="zh-CN" sz="1600">
              <a:ea typeface="等线 Light"/>
            </a:endParaRPr>
          </a:p>
        </p:txBody>
      </p:sp>
      <p:sp>
        <p:nvSpPr>
          <p:cNvPr id="364" name="矩形 12"/>
          <p:cNvSpPr/>
          <p:nvPr/>
        </p:nvSpPr>
        <p:spPr>
          <a:xfrm>
            <a:off x="457200" y="960438"/>
            <a:ext cx="8147050" cy="3465512"/>
          </a:xfrm>
          <a:prstGeom prst="rect"/>
          <a:noFill/>
          <a:ln>
            <a:noFill/>
            <a:miter lim="800000"/>
          </a:ln>
        </p:spPr>
        <p:txBody>
          <a:bodyPr lIns="91419" tIns="45708" rIns="91419" bIns="45708">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539750">
              <a:lnSpc>
                <a:spcPct val="150000"/>
              </a:lnSpc>
              <a:buChar char="l"/>
            </a:pPr>
            <a:r>
              <a:rPr lang="zh-CN" sz="1600">
                <a:latin typeface="微软雅黑"/>
                <a:ea typeface="微软雅黑"/>
              </a:rPr>
              <a:t>区块链技术开源社区：比特币（</a:t>
            </a:r>
            <a:r>
              <a:rPr lang="en-US" sz="1600">
                <a:latin typeface="微软雅黑"/>
                <a:ea typeface="微软雅黑"/>
                <a:hlinkClick r:id="rId2">
                  <a:extLst>
                    <a:ext uri="">
                      <ahyp:hlinkClr val="hlink"/>
                    </a:ext>
                  </a:extLst>
                </a:hlinkClick>
              </a:rPr>
              <a:t>https://github.com/bitcoin</a:t>
            </a:r>
            <a:r>
              <a:rPr lang="zh-CN" sz="1600">
                <a:latin typeface="微软雅黑"/>
                <a:ea typeface="微软雅黑"/>
              </a:rPr>
              <a:t>）、以太坊（</a:t>
            </a:r>
            <a:r>
              <a:rPr lang="en-US" sz="1600">
                <a:latin typeface="微软雅黑"/>
                <a:ea typeface="微软雅黑"/>
                <a:hlinkClick r:id="rId2">
                  <a:extLst>
                    <a:ext uri="">
                      <ahyp:hlinkClr val="hlink"/>
                    </a:ext>
                  </a:extLst>
                </a:hlinkClick>
              </a:rPr>
              <a:t>https://github.com/ethereum</a:t>
            </a:r>
            <a:r>
              <a:rPr lang="zh-CN" sz="1600">
                <a:latin typeface="微软雅黑"/>
                <a:ea typeface="微软雅黑"/>
              </a:rPr>
              <a:t>）、</a:t>
            </a:r>
            <a:r>
              <a:rPr lang="en-US" sz="1600">
                <a:latin typeface="微软雅黑"/>
                <a:ea typeface="微软雅黑"/>
              </a:rPr>
              <a:t>fabric</a:t>
            </a:r>
            <a:r>
              <a:rPr lang="zh-CN" sz="1600">
                <a:latin typeface="微软雅黑"/>
                <a:ea typeface="微软雅黑"/>
              </a:rPr>
              <a:t>技术社区（</a:t>
            </a:r>
            <a:r>
              <a:rPr lang="en-US" sz="1600">
                <a:latin typeface="微软雅黑"/>
                <a:ea typeface="微软雅黑"/>
                <a:hlinkClick r:id="rId2">
                  <a:extLst>
                    <a:ext uri="">
                      <ahyp:hlinkClr val="hlink"/>
                    </a:ext>
                  </a:extLst>
                </a:hlinkClick>
              </a:rPr>
              <a:t>https://github.com/fabric</a:t>
            </a:r>
            <a:r>
              <a:rPr lang="zh-CN" sz="1600">
                <a:latin typeface="微软雅黑"/>
                <a:ea typeface="微软雅黑"/>
              </a:rPr>
              <a:t>）、</a:t>
            </a:r>
            <a:r>
              <a:rPr lang="en-US" sz="1600">
                <a:latin typeface="微软雅黑"/>
                <a:ea typeface="微软雅黑"/>
              </a:rPr>
              <a:t> </a:t>
            </a:r>
            <a:r>
              <a:rPr lang="zh-CN" sz="1600">
                <a:latin typeface="微软雅黑"/>
                <a:ea typeface="微软雅黑"/>
              </a:rPr>
              <a:t>微众区块链技术社区（</a:t>
            </a:r>
            <a:r>
              <a:rPr lang="en-US" sz="1600">
                <a:latin typeface="微软雅黑"/>
                <a:ea typeface="微软雅黑"/>
                <a:hlinkClick r:id="rId3">
                  <a:extLst>
                    <a:ext uri="">
                      <ahyp:hlinkClr val="hlink"/>
                    </a:ext>
                  </a:extLst>
                </a:hlinkClick>
              </a:rPr>
              <a:t>https://github.com/fisco-bcos</a:t>
            </a:r>
            <a:r>
              <a:rPr lang="zh-CN" sz="1600">
                <a:latin typeface="微软雅黑"/>
                <a:ea typeface="微软雅黑"/>
              </a:rPr>
              <a:t>）</a:t>
            </a:r>
            <a:endParaRPr lang="en-US" sz="1600">
              <a:latin typeface="微软雅黑"/>
              <a:ea typeface="微软雅黑"/>
            </a:endParaRPr>
          </a:p>
          <a:p>
            <a:pPr marL="0" lvl="0" indent="-539750">
              <a:lnSpc>
                <a:spcPct val="150000"/>
              </a:lnSpc>
              <a:buChar char="l"/>
            </a:pPr>
            <a:r>
              <a:rPr lang="zh-CN" sz="1600">
                <a:latin typeface="微软雅黑"/>
                <a:ea typeface="微软雅黑"/>
              </a:rPr>
              <a:t>区块链技术产业联盟：</a:t>
            </a:r>
            <a:r>
              <a:rPr lang="en-US" sz="1600">
                <a:latin typeface="微软雅黑"/>
                <a:ea typeface="微软雅黑"/>
              </a:rPr>
              <a:t>R3DEV</a:t>
            </a:r>
            <a:r>
              <a:rPr lang="zh-CN" sz="1600">
                <a:latin typeface="微软雅黑"/>
                <a:ea typeface="微软雅黑"/>
              </a:rPr>
              <a:t>（</a:t>
            </a:r>
            <a:r>
              <a:rPr lang="en-US" sz="1600">
                <a:latin typeface="微软雅黑"/>
                <a:ea typeface="微软雅黑"/>
              </a:rPr>
              <a:t>2015.9</a:t>
            </a:r>
            <a:r>
              <a:rPr lang="zh-CN" sz="1600">
                <a:latin typeface="微软雅黑"/>
                <a:ea typeface="微软雅黑"/>
              </a:rPr>
              <a:t>）、</a:t>
            </a:r>
            <a:r>
              <a:rPr lang="en-US" sz="1600">
                <a:latin typeface="微软雅黑"/>
                <a:ea typeface="微软雅黑"/>
              </a:rPr>
              <a:t>HyperLedeger</a:t>
            </a:r>
            <a:r>
              <a:rPr lang="zh-CN" sz="1600">
                <a:latin typeface="微软雅黑"/>
                <a:ea typeface="微软雅黑"/>
              </a:rPr>
              <a:t>（</a:t>
            </a:r>
            <a:r>
              <a:rPr lang="en-US" sz="1600">
                <a:latin typeface="微软雅黑"/>
                <a:ea typeface="微软雅黑"/>
              </a:rPr>
              <a:t>2015.12</a:t>
            </a:r>
            <a:r>
              <a:rPr lang="zh-CN" sz="1600">
                <a:latin typeface="微软雅黑"/>
                <a:ea typeface="微软雅黑"/>
              </a:rPr>
              <a:t>）、中国区块链研究联盟（</a:t>
            </a:r>
            <a:r>
              <a:rPr lang="en-US" sz="1600">
                <a:latin typeface="微软雅黑"/>
                <a:ea typeface="微软雅黑"/>
              </a:rPr>
              <a:t>2016.1.5</a:t>
            </a:r>
            <a:r>
              <a:rPr lang="zh-CN" sz="1600">
                <a:latin typeface="微软雅黑"/>
                <a:ea typeface="微软雅黑"/>
              </a:rPr>
              <a:t>）、中关村区块链产业联盟（</a:t>
            </a:r>
            <a:r>
              <a:rPr lang="en-US" sz="1600">
                <a:latin typeface="微软雅黑"/>
                <a:ea typeface="微软雅黑"/>
              </a:rPr>
              <a:t>2016.2.3</a:t>
            </a:r>
            <a:r>
              <a:rPr lang="zh-CN" sz="1600">
                <a:latin typeface="微软雅黑"/>
                <a:ea typeface="微软雅黑"/>
              </a:rPr>
              <a:t>）、</a:t>
            </a:r>
            <a:r>
              <a:rPr lang="en-US" sz="1600">
                <a:latin typeface="微软雅黑"/>
                <a:ea typeface="微软雅黑"/>
              </a:rPr>
              <a:t>ChinaLedger</a:t>
            </a:r>
            <a:r>
              <a:rPr lang="zh-CN" sz="1600">
                <a:latin typeface="微软雅黑"/>
                <a:ea typeface="微软雅黑"/>
              </a:rPr>
              <a:t>（中国分布式总账基础协议联盟 </a:t>
            </a:r>
            <a:r>
              <a:rPr lang="en-US" sz="1600">
                <a:latin typeface="微软雅黑"/>
                <a:ea typeface="微软雅黑"/>
              </a:rPr>
              <a:t>2016.4.19</a:t>
            </a:r>
            <a:r>
              <a:rPr lang="zh-CN" sz="1600">
                <a:latin typeface="微软雅黑"/>
                <a:ea typeface="微软雅黑"/>
              </a:rPr>
              <a:t>）、金链盟（金融区块链合作联盟 </a:t>
            </a:r>
            <a:r>
              <a:rPr lang="en-US" sz="1600">
                <a:latin typeface="微软雅黑"/>
                <a:ea typeface="微软雅黑"/>
              </a:rPr>
              <a:t>2016.5.31</a:t>
            </a:r>
            <a:r>
              <a:rPr lang="zh-CN" sz="1600">
                <a:latin typeface="微软雅黑"/>
                <a:ea typeface="微软雅黑"/>
              </a:rPr>
              <a:t>）、俄罗斯区块链联盟（</a:t>
            </a:r>
            <a:r>
              <a:rPr lang="en-US" sz="1600">
                <a:latin typeface="微软雅黑"/>
                <a:ea typeface="微软雅黑"/>
              </a:rPr>
              <a:t>2016.7.1</a:t>
            </a:r>
            <a:r>
              <a:rPr lang="zh-CN" sz="1600">
                <a:latin typeface="微软雅黑"/>
                <a:ea typeface="微软雅黑"/>
              </a:rPr>
              <a:t>）、微链盟（区块链微金融产业联盟 </a:t>
            </a:r>
            <a:r>
              <a:rPr lang="en-US" sz="1600">
                <a:latin typeface="微软雅黑"/>
                <a:ea typeface="微软雅黑"/>
              </a:rPr>
              <a:t>2016.7.20</a:t>
            </a:r>
            <a:r>
              <a:rPr lang="zh-CN" sz="1600">
                <a:latin typeface="微软雅黑"/>
                <a:ea typeface="微软雅黑"/>
              </a:rPr>
              <a:t>）、</a:t>
            </a:r>
            <a:r>
              <a:rPr lang="zh-CN" sz="1600">
                <a:latin typeface="微软雅黑"/>
                <a:ea typeface="微软雅黑"/>
              </a:rPr>
              <a:t>荷兰区块链联盟（</a:t>
            </a:r>
            <a:r>
              <a:rPr lang="en-US" sz="1600">
                <a:latin typeface="微软雅黑"/>
                <a:ea typeface="微软雅黑"/>
              </a:rPr>
              <a:t>2017.3</a:t>
            </a:r>
            <a:r>
              <a:rPr lang="zh-CN" sz="1600">
                <a:latin typeface="微软雅黑"/>
                <a:ea typeface="微软雅黑"/>
              </a:rPr>
              <a:t>）</a:t>
            </a:r>
            <a:r>
              <a:rPr lang="zh-CN" sz="1600">
                <a:ea typeface="黑体"/>
              </a:rPr>
              <a:t>、</a:t>
            </a:r>
            <a:r>
              <a:rPr lang="zh-CN" sz="1600">
                <a:latin typeface="微软雅黑"/>
                <a:ea typeface="微软雅黑"/>
              </a:rPr>
              <a:t>西南区块链创新发展联盟（</a:t>
            </a:r>
            <a:r>
              <a:rPr lang="en-US" sz="1600">
                <a:latin typeface="微软雅黑"/>
                <a:ea typeface="微软雅黑"/>
              </a:rPr>
              <a:t>2017.6.14</a:t>
            </a:r>
            <a:r>
              <a:rPr lang="zh-CN" sz="1600">
                <a:latin typeface="微软雅黑"/>
                <a:ea typeface="微软雅黑"/>
              </a:rPr>
              <a:t>）、可信区块链推进计划（</a:t>
            </a:r>
            <a:r>
              <a:rPr lang="zh-CN" sz="1600">
                <a:latin typeface="微软雅黑"/>
                <a:ea typeface="微软雅黑"/>
              </a:rPr>
              <a:t>中国信息通信研究院 </a:t>
            </a:r>
            <a:r>
              <a:rPr lang="en-US" sz="1600"/>
              <a:t>2018.4.9</a:t>
            </a:r>
            <a:r>
              <a:rPr lang="zh-CN" sz="1600">
                <a:latin typeface="微软雅黑"/>
                <a:ea typeface="微软雅黑"/>
              </a:rPr>
              <a:t>）</a:t>
            </a:r>
            <a:endParaRPr lang="en-US" sz="1600">
              <a:latin typeface="微软雅黑"/>
              <a:ea typeface="微软雅黑"/>
            </a:endParaRPr>
          </a:p>
        </p:txBody>
      </p:sp>
    </p:spTree>
  </p:cSld>
  <p:clrMapOvr>
    <a:masterClrMapping/>
  </p:clrMapOvr>
</p:sld>
</file>

<file path=ppt/slides/slide22.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365" name=""/>
        <p:cNvGrpSpPr/>
        <p:nvPr/>
      </p:nvGrpSpPr>
      <p:grpSpPr>
        <a:xfrm>
          <a:off x="0" y="0"/>
          <a:ext cx="0" cy="0"/>
          <a:chOff x="0" y="0"/>
          <a:chExt cx="0" cy="0"/>
        </a:xfrm>
      </p:grpSpPr>
      <p:sp>
        <p:nvSpPr>
          <p:cNvPr id="366"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区块链的价值</a:t>
            </a:r>
            <a:endParaRPr lang="zh-CN" sz="3000">
              <a:ea typeface="等线 Light"/>
            </a:endParaRPr>
          </a:p>
        </p:txBody>
      </p:sp>
      <p:sp>
        <p:nvSpPr>
          <p:cNvPr id="367" name="文本框 8"/>
          <p:cNvSpPr/>
          <p:nvPr/>
        </p:nvSpPr>
        <p:spPr>
          <a:xfrm>
            <a:off x="777875" y="725488"/>
            <a:ext cx="7740650" cy="1525587"/>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285750" lvl="0" indent="-285750" defTabSz="1217612">
              <a:lnSpc>
                <a:spcPct val="150000"/>
              </a:lnSpc>
              <a:buChar char="Ø"/>
            </a:pPr>
            <a:r>
              <a:rPr lang="zh-CN" sz="1600" b="true">
                <a:solidFill>
                  <a:srgbClr val="ED7D31"/>
                </a:solidFill>
                <a:latin typeface="微软雅黑"/>
                <a:ea typeface="微软雅黑"/>
              </a:rPr>
              <a:t>防篡改、防抵赖技术构建信任；</a:t>
            </a:r>
            <a:endParaRPr lang="en-US" sz="1600" b="true">
              <a:solidFill>
                <a:srgbClr val="ED7D31"/>
              </a:solidFill>
              <a:latin typeface="微软雅黑"/>
              <a:ea typeface="微软雅黑"/>
            </a:endParaRPr>
          </a:p>
          <a:p>
            <a:pPr marL="285750" lvl="0" indent="-285750" defTabSz="1217612">
              <a:lnSpc>
                <a:spcPct val="150000"/>
              </a:lnSpc>
              <a:buChar char="Ø"/>
            </a:pPr>
            <a:r>
              <a:rPr lang="zh-CN" sz="1600" b="true">
                <a:solidFill>
                  <a:srgbClr val="ED7D31"/>
                </a:solidFill>
                <a:latin typeface="微软雅黑"/>
                <a:ea typeface="微软雅黑"/>
              </a:rPr>
              <a:t>加密算法保证安全；</a:t>
            </a:r>
            <a:endParaRPr lang="en-US" sz="1600" b="true">
              <a:solidFill>
                <a:srgbClr val="ED7D31"/>
              </a:solidFill>
              <a:latin typeface="微软雅黑"/>
              <a:ea typeface="微软雅黑"/>
            </a:endParaRPr>
          </a:p>
          <a:p>
            <a:pPr marL="285750" lvl="0" indent="-285750" defTabSz="1217612">
              <a:lnSpc>
                <a:spcPct val="150000"/>
              </a:lnSpc>
              <a:buChar char="Ø"/>
            </a:pPr>
            <a:r>
              <a:rPr lang="zh-CN" sz="1600" b="true">
                <a:solidFill>
                  <a:srgbClr val="ED7D31"/>
                </a:solidFill>
                <a:latin typeface="微软雅黑"/>
                <a:ea typeface="微软雅黑"/>
              </a:rPr>
              <a:t>分布式多方存储、多方计算共同协作；</a:t>
            </a:r>
            <a:endParaRPr lang="en-US" sz="1600" b="true">
              <a:solidFill>
                <a:srgbClr val="ED7D31"/>
              </a:solidFill>
              <a:latin typeface="微软雅黑"/>
              <a:ea typeface="微软雅黑"/>
            </a:endParaRPr>
          </a:p>
          <a:p>
            <a:pPr marL="285750" lvl="0" indent="-285750" defTabSz="1217612">
              <a:lnSpc>
                <a:spcPct val="150000"/>
              </a:lnSpc>
              <a:buChar char="Ø"/>
            </a:pPr>
            <a:r>
              <a:rPr lang="zh-CN" sz="1600" b="true">
                <a:solidFill>
                  <a:srgbClr val="ED7D31"/>
                </a:solidFill>
                <a:latin typeface="微软雅黑"/>
                <a:ea typeface="微软雅黑"/>
              </a:rPr>
              <a:t>形成价值传输网络 或 价值传输协议。</a:t>
            </a:r>
            <a:endParaRPr lang="en-US" sz="1600" b="true">
              <a:solidFill>
                <a:srgbClr val="ED7D31"/>
              </a:solidFill>
              <a:latin typeface="微软雅黑"/>
              <a:ea typeface="微软雅黑"/>
            </a:endParaRPr>
          </a:p>
        </p:txBody>
      </p:sp>
      <p:sp>
        <p:nvSpPr>
          <p:cNvPr id="368" name="Oval 5"/>
          <p:cNvSpPr/>
          <p:nvPr/>
        </p:nvSpPr>
        <p:spPr>
          <a:xfrm>
            <a:off x="4151313" y="3700463"/>
            <a:ext cx="885825" cy="885825"/>
          </a:xfrm>
          <a:prstGeom prst="ellipse"/>
          <a:gradFill rotWithShape="false">
            <a:gsLst>
              <a:gs pos="0">
                <a:srgbClr val="2392E4"/>
              </a:gs>
              <a:gs pos="100000">
                <a:srgbClr val="1C77CF"/>
              </a:gs>
            </a:gsLst>
            <a:lin ang="5400000" scaled="false"/>
          </a:gradFill>
          <a:ln>
            <a:noFill/>
            <a:miter lim="800000"/>
          </a:ln>
        </p:spPr>
        <p:txBody>
          <a:bodyPr lIns="18267" tIns="45668" rIns="18267" bIns="45668"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12812"/>
            <a:endParaRPr lang="en-US" sz="800">
              <a:solidFill>
                <a:schemeClr val="bg1"/>
              </a:solidFill>
              <a:latin typeface="微软雅黑"/>
              <a:ea typeface="微软雅黑"/>
            </a:endParaRPr>
          </a:p>
        </p:txBody>
      </p:sp>
      <p:sp>
        <p:nvSpPr>
          <p:cNvPr id="369" name="Oval 5"/>
          <p:cNvSpPr/>
          <p:nvPr/>
        </p:nvSpPr>
        <p:spPr>
          <a:xfrm>
            <a:off x="1773238" y="3700463"/>
            <a:ext cx="885825" cy="885825"/>
          </a:xfrm>
          <a:prstGeom prst="ellipse"/>
          <a:gradFill rotWithShape="false">
            <a:gsLst>
              <a:gs pos="0">
                <a:srgbClr val="2392E4"/>
              </a:gs>
              <a:gs pos="100000">
                <a:srgbClr val="1C77CF"/>
              </a:gs>
            </a:gsLst>
            <a:lin ang="5400000" scaled="false"/>
          </a:gradFill>
          <a:ln>
            <a:noFill/>
            <a:miter lim="800000"/>
          </a:ln>
        </p:spPr>
        <p:txBody>
          <a:bodyPr lIns="18267" tIns="45668" rIns="18267" bIns="45668"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12812"/>
            <a:endParaRPr lang="en-US" sz="800">
              <a:solidFill>
                <a:schemeClr val="bg1"/>
              </a:solidFill>
              <a:latin typeface="微软雅黑"/>
              <a:ea typeface="微软雅黑"/>
            </a:endParaRPr>
          </a:p>
        </p:txBody>
      </p:sp>
      <p:sp>
        <p:nvSpPr>
          <p:cNvPr id="370" name="右箭头 15"/>
          <p:cNvSpPr/>
          <p:nvPr/>
        </p:nvSpPr>
        <p:spPr>
          <a:xfrm>
            <a:off x="1403350" y="2687638"/>
            <a:ext cx="6489700" cy="677862"/>
          </a:xfrm>
          <a:prstGeom prst="rightArrow">
            <a:avLst>
              <a:gd name="adj1" fmla="val 50000"/>
              <a:gd name="adj2" fmla="val 49996"/>
            </a:avLst>
          </a:prstGeom>
          <a:gradFill rotWithShape="false">
            <a:gsLst>
              <a:gs pos="0">
                <a:srgbClr val="F6F8FC"/>
              </a:gs>
              <a:gs pos="45000">
                <a:srgbClr val="ABC0E4"/>
              </a:gs>
              <a:gs pos="75000">
                <a:srgbClr val="ABC0E4"/>
              </a:gs>
              <a:gs pos="100000">
                <a:srgbClr val="2292E4"/>
              </a:gs>
            </a:gsLst>
            <a:lin ang="0" scaled="false"/>
          </a:gradFill>
          <a:ln w="12700">
            <a:noFill/>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solidFill>
                  <a:srgbClr val="FFFFFF"/>
                </a:solidFill>
                <a:latin typeface="微软雅黑"/>
                <a:ea typeface="微软雅黑"/>
              </a:rPr>
              <a:t>价值</a:t>
            </a:r>
            <a:endParaRPr lang="zh-CN">
              <a:solidFill>
                <a:srgbClr val="FFFFFF"/>
              </a:solidFill>
              <a:latin typeface="微软雅黑"/>
              <a:ea typeface="微软雅黑"/>
            </a:endParaRPr>
          </a:p>
        </p:txBody>
      </p:sp>
      <p:sp>
        <p:nvSpPr>
          <p:cNvPr id="371" name="文本框 26"/>
          <p:cNvSpPr/>
          <p:nvPr/>
        </p:nvSpPr>
        <p:spPr>
          <a:xfrm>
            <a:off x="4135438" y="3321050"/>
            <a:ext cx="903287" cy="3079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FontTx/>
            </a:pPr>
            <a:r>
              <a:rPr lang="zh-CN" sz="1400" b="true">
                <a:solidFill>
                  <a:srgbClr val="000000"/>
                </a:solidFill>
                <a:latin typeface="微软雅黑"/>
                <a:ea typeface="微软雅黑"/>
              </a:rPr>
              <a:t>金融数据</a:t>
            </a:r>
            <a:endParaRPr lang="zh-CN" sz="1400" b="true">
              <a:solidFill>
                <a:srgbClr val="000000"/>
              </a:solidFill>
              <a:latin typeface="微软雅黑"/>
              <a:ea typeface="微软雅黑"/>
            </a:endParaRPr>
          </a:p>
        </p:txBody>
      </p:sp>
      <p:sp>
        <p:nvSpPr>
          <p:cNvPr id="372" name="文本框 27"/>
          <p:cNvSpPr/>
          <p:nvPr/>
        </p:nvSpPr>
        <p:spPr>
          <a:xfrm>
            <a:off x="6489700" y="3322638"/>
            <a:ext cx="901700" cy="3079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r>
              <a:rPr lang="zh-CN" sz="1400" b="true">
                <a:solidFill>
                  <a:srgbClr val="000000"/>
                </a:solidFill>
                <a:latin typeface="微软雅黑"/>
                <a:ea typeface="微软雅黑"/>
              </a:rPr>
              <a:t>金融资产</a:t>
            </a:r>
            <a:endParaRPr lang="zh-CN" sz="1400" b="true">
              <a:solidFill>
                <a:srgbClr val="000000"/>
              </a:solidFill>
              <a:latin typeface="微软雅黑"/>
              <a:ea typeface="微软雅黑"/>
            </a:endParaRPr>
          </a:p>
        </p:txBody>
      </p:sp>
      <p:sp>
        <p:nvSpPr>
          <p:cNvPr id="373" name="文本框 28"/>
          <p:cNvSpPr/>
          <p:nvPr/>
        </p:nvSpPr>
        <p:spPr>
          <a:xfrm>
            <a:off x="1765300" y="3321050"/>
            <a:ext cx="901700" cy="307975"/>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buFontTx/>
            </a:pPr>
            <a:r>
              <a:rPr lang="zh-CN" sz="1400" b="true">
                <a:solidFill>
                  <a:srgbClr val="000000"/>
                </a:solidFill>
                <a:latin typeface="微软雅黑"/>
                <a:ea typeface="微软雅黑"/>
              </a:rPr>
              <a:t>普通数据</a:t>
            </a:r>
            <a:endParaRPr lang="zh-CN" sz="1400" b="true">
              <a:solidFill>
                <a:srgbClr val="000000"/>
              </a:solidFill>
              <a:latin typeface="微软雅黑"/>
              <a:ea typeface="微软雅黑"/>
            </a:endParaRPr>
          </a:p>
        </p:txBody>
      </p:sp>
      <p:pic>
        <p:nvPicPr>
          <p:cNvPr id="374" name="图片 29"/>
          <p:cNvPicPr>
            <a:picLocks noChangeAspect="true"/>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4391025" y="3914775"/>
            <a:ext cx="409575" cy="409575"/>
          </a:xfrm>
          <a:prstGeom prst="rect"/>
          <a:noFill/>
          <a:ln>
            <a:noFill/>
            <a:miter lim="800000"/>
          </a:ln>
        </p:spPr>
      </p:pic>
      <p:sp>
        <p:nvSpPr>
          <p:cNvPr id="375" name="Oval 5"/>
          <p:cNvSpPr/>
          <p:nvPr/>
        </p:nvSpPr>
        <p:spPr>
          <a:xfrm>
            <a:off x="6497638" y="3700463"/>
            <a:ext cx="885825" cy="885825"/>
          </a:xfrm>
          <a:prstGeom prst="ellipse"/>
          <a:gradFill rotWithShape="false">
            <a:gsLst>
              <a:gs pos="0">
                <a:srgbClr val="2392E4"/>
              </a:gs>
              <a:gs pos="100000">
                <a:srgbClr val="1C77CF"/>
              </a:gs>
            </a:gsLst>
            <a:lin ang="5400000" scaled="false"/>
          </a:gradFill>
          <a:ln>
            <a:noFill/>
            <a:miter lim="800000"/>
          </a:ln>
        </p:spPr>
        <p:txBody>
          <a:bodyPr lIns="18267" tIns="45668" rIns="18267" bIns="45668"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defTabSz="912812"/>
            <a:endParaRPr lang="en-US" sz="800">
              <a:solidFill>
                <a:schemeClr val="bg1"/>
              </a:solidFill>
              <a:latin typeface="微软雅黑"/>
              <a:ea typeface="微软雅黑"/>
            </a:endParaRPr>
          </a:p>
        </p:txBody>
      </p:sp>
      <p:pic>
        <p:nvPicPr>
          <p:cNvPr id="376" name="图片 31"/>
          <p:cNvPicPr>
            <a:picLocks noChangeAspect="true"/>
          </p:cNvPicPr>
          <p:nvPr/>
        </p:nvPicPr>
        <p:blipFill>
          <a:blip r:embed="rId3">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6683375" y="3873500"/>
            <a:ext cx="514350" cy="514350"/>
          </a:xfrm>
          <a:prstGeom prst="rect"/>
          <a:noFill/>
          <a:ln>
            <a:noFill/>
            <a:miter lim="800000"/>
          </a:ln>
        </p:spPr>
      </p:pic>
      <p:pic>
        <p:nvPicPr>
          <p:cNvPr id="377" name="图片 32"/>
          <p:cNvPicPr>
            <a:picLocks noChangeAspect="true"/>
          </p:cNvPicPr>
          <p:nvPr/>
        </p:nvPicPr>
        <p:blipFill>
          <a:blip r:embed="rId4">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2025650" y="3900488"/>
            <a:ext cx="381000" cy="457200"/>
          </a:xfrm>
          <a:prstGeom prst="rect"/>
          <a:noFill/>
          <a:ln>
            <a:noFill/>
            <a:miter lim="800000"/>
          </a:ln>
        </p:spPr>
      </p:pic>
      <p:sp>
        <p:nvSpPr>
          <p:cNvPr id="378" name="圆角矩形 4"/>
          <p:cNvSpPr/>
          <p:nvPr/>
        </p:nvSpPr>
        <p:spPr>
          <a:xfrm>
            <a:off x="990600" y="2355850"/>
            <a:ext cx="2393950" cy="447675"/>
          </a:xfrm>
          <a:prstGeom prst="roundRect">
            <a:avLst>
              <a:gd name="adj" fmla="val 50000"/>
            </a:avLst>
          </a:prstGeom>
          <a:solidFill>
            <a:schemeClr val="bg1">
              <a:lumMod val="65000"/>
            </a:schemeClr>
          </a:solidFill>
          <a:ln w="12700">
            <a:noFill/>
            <a:prstDash val="solid"/>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200" b="true">
                <a:latin typeface="微软雅黑"/>
                <a:ea typeface="微软雅黑"/>
              </a:rPr>
              <a:t>V1.0</a:t>
            </a:r>
            <a:r>
              <a:rPr lang="zh-CN" sz="1200" b="true">
                <a:latin typeface="微软雅黑"/>
                <a:ea typeface="微软雅黑"/>
              </a:rPr>
              <a:t>：信息互联网</a:t>
            </a:r>
            <a:endParaRPr lang="zh-CN" sz="1200" b="true">
              <a:latin typeface="微软雅黑"/>
              <a:ea typeface="微软雅黑"/>
            </a:endParaRPr>
          </a:p>
        </p:txBody>
      </p:sp>
      <p:sp>
        <p:nvSpPr>
          <p:cNvPr id="379" name="圆角矩形 17"/>
          <p:cNvSpPr/>
          <p:nvPr/>
        </p:nvSpPr>
        <p:spPr>
          <a:xfrm>
            <a:off x="5148263" y="2355850"/>
            <a:ext cx="2393950" cy="447675"/>
          </a:xfrm>
          <a:prstGeom prst="roundRect">
            <a:avLst>
              <a:gd name="adj" fmla="val 50000"/>
            </a:avLst>
          </a:prstGeom>
          <a:solidFill>
            <a:srgbClr val="2392E4"/>
          </a:solidFill>
          <a:ln w="12700">
            <a:noFill/>
            <a:prstDash val="solid"/>
            <a:miter lim="800000"/>
          </a:ln>
        </p:spPr>
        <p:txBody>
          <a:bodyPr anchor="ctr" anchorCtr="false">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en-US" sz="1200" b="true">
                <a:latin typeface="微软雅黑"/>
                <a:ea typeface="微软雅黑"/>
              </a:rPr>
              <a:t>V2.0</a:t>
            </a:r>
            <a:r>
              <a:rPr lang="zh-CN" sz="1200" b="true">
                <a:latin typeface="微软雅黑"/>
                <a:ea typeface="微软雅黑"/>
              </a:rPr>
              <a:t>：价值互联网</a:t>
            </a:r>
            <a:endParaRPr lang="zh-CN" sz="1200" b="true">
              <a:latin typeface="微软雅黑"/>
              <a:ea typeface="微软雅黑"/>
            </a:endParaRPr>
          </a:p>
        </p:txBody>
      </p:sp>
      <p:sp>
        <p:nvSpPr>
          <p:cNvPr id="380" name="箭头: 右 23"/>
          <p:cNvSpPr/>
          <p:nvPr/>
        </p:nvSpPr>
        <p:spPr>
          <a:xfrm>
            <a:off x="4103688" y="2517775"/>
            <a:ext cx="323850" cy="215900"/>
          </a:xfrm>
          <a:prstGeom prst="rightArrow">
            <a:avLst>
              <a:gd name="adj1" fmla="val 50000"/>
              <a:gd name="adj2" fmla="val 50000"/>
            </a:avLst>
          </a:prstGeom>
          <a:gradFill rotWithShape="true">
            <a:gsLst>
              <a:gs pos="0">
                <a:srgbClr val="FCFDFE"/>
              </a:gs>
              <a:gs pos="100000">
                <a:srgbClr val="2392E4"/>
              </a:gs>
            </a:gsLst>
            <a:lin ang="0" scaled="false"/>
          </a:gradFill>
          <a:ln>
            <a:noFill/>
            <a:miter lim="800000"/>
          </a:ln>
        </p:spPr>
        <p:txBody>
          <a:bodyPr lIns="68580" tIns="34290" rIns="68580" bIns="34290" anchor="ctr" anchorCtr="false">
            <a:noAutofit/>
          </a:bodyPr>
          <a:lstStyle>
            <a:lvl1pPr marL="171450" lvl="0" indent="-171450" algn="l" defTabSz="685800">
              <a:lnSpc>
                <a:spcPct val="90000"/>
              </a:lnSpc>
              <a:spcBef>
                <a:spcPts val="750"/>
              </a:spcBef>
              <a:spcAft>
                <a:spcPct val="1"/>
              </a:spcAft>
              <a:buClrTx/>
              <a:buSzTx/>
              <a:buFont typeface="Arial" charset="0"/>
              <a:buChar char="•"/>
              <a:defRPr lang="en-US" sz="2100" b="false" i="false" u="none" kern="1200" baseline="0">
                <a:solidFill>
                  <a:schemeClr val="tx1"/>
                </a:solidFill>
                <a:latin typeface="等线"/>
                <a:ea typeface="Arial"/>
              </a:defRPr>
            </a:lvl1pPr>
            <a:lvl2pPr marL="514350" lvl="1" indent="-171450" algn="l" defTabSz="685800">
              <a:lnSpc>
                <a:spcPct val="90000"/>
              </a:lnSpc>
              <a:spcBef>
                <a:spcPts val="375"/>
              </a:spcBef>
              <a:spcAft>
                <a:spcPct val="1"/>
              </a:spcAft>
              <a:buClrTx/>
              <a:buSzTx/>
              <a:buFont typeface="Arial" charset="0"/>
              <a:buChar char="•"/>
              <a:defRPr lang="en-US" sz="1800" b="false" i="false" u="none" kern="1200" baseline="0">
                <a:solidFill>
                  <a:schemeClr val="tx1"/>
                </a:solidFill>
                <a:latin typeface="等线"/>
                <a:ea typeface="Arial"/>
              </a:defRPr>
            </a:lvl2pPr>
            <a:lvl3pPr marL="857250" lvl="2" indent="-171450" algn="l" defTabSz="685800">
              <a:lnSpc>
                <a:spcPct val="90000"/>
              </a:lnSpc>
              <a:spcBef>
                <a:spcPts val="375"/>
              </a:spcBef>
              <a:spcAft>
                <a:spcPct val="1"/>
              </a:spcAft>
              <a:buClrTx/>
              <a:buSzTx/>
              <a:buFont typeface="Arial" charset="0"/>
              <a:buChar char="•"/>
              <a:defRPr lang="en-US" sz="1500" b="false" i="false" u="none" kern="1200" baseline="0">
                <a:solidFill>
                  <a:schemeClr val="tx1"/>
                </a:solidFill>
                <a:latin typeface="等线"/>
                <a:ea typeface="Arial"/>
              </a:defRPr>
            </a:lvl3pPr>
            <a:lvl4pPr marL="1200150" lvl="3"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4pPr>
            <a:lvl5pPr marL="1543050" lvl="4" indent="-171450" algn="l" defTabSz="685800">
              <a:lnSpc>
                <a:spcPct val="90000"/>
              </a:lnSpc>
              <a:spcBef>
                <a:spcPts val="375"/>
              </a:spcBef>
              <a:spcAft>
                <a:spcPct val="1"/>
              </a:spcAft>
              <a:buClrTx/>
              <a:buSzTx/>
              <a:buFont typeface="Arial" charset="0"/>
              <a:buChar char="•"/>
              <a:defRPr lang="en-US" sz="1350" b="false" i="false" u="none" kern="1200" baseline="0">
                <a:solidFill>
                  <a:schemeClr val="tx1"/>
                </a:solidFill>
                <a:latin typeface="等线"/>
                <a:ea typeface="Arial"/>
              </a:defRPr>
            </a:lvl5pPr>
            <a:lvl6pPr marL="1885950" lvl="5" indent="-171450" algn="l" defTabSz="685800">
              <a:lnSpc>
                <a:spcPct val="90000"/>
              </a:lnSpc>
              <a:spcBef>
                <a:spcPts val="375"/>
              </a:spcBef>
              <a:buFont typeface="Arial" charset="0"/>
              <a:buChar char="•"/>
              <a:defRPr lang="en-US" sz="1350" kern="1200">
                <a:solidFill>
                  <a:schemeClr val="tx1"/>
                </a:solidFill>
                <a:latin typeface="等线"/>
                <a:ea typeface="Arial"/>
              </a:defRPr>
            </a:lvl6pPr>
            <a:lvl7pPr marL="2228850" lvl="6" indent="-171450" algn="l" defTabSz="685800">
              <a:lnSpc>
                <a:spcPct val="90000"/>
              </a:lnSpc>
              <a:spcBef>
                <a:spcPts val="375"/>
              </a:spcBef>
              <a:buFont typeface="Arial" charset="0"/>
              <a:buChar char="•"/>
              <a:defRPr lang="en-US" sz="1350" kern="1200">
                <a:solidFill>
                  <a:schemeClr val="tx1"/>
                </a:solidFill>
                <a:latin typeface="等线"/>
                <a:ea typeface="Arial"/>
              </a:defRPr>
            </a:lvl7pPr>
            <a:lvl8pPr marL="2571750" lvl="7" indent="-171450" algn="l" defTabSz="685800">
              <a:lnSpc>
                <a:spcPct val="90000"/>
              </a:lnSpc>
              <a:spcBef>
                <a:spcPts val="375"/>
              </a:spcBef>
              <a:buFont typeface="Arial" charset="0"/>
              <a:buChar char="•"/>
              <a:defRPr lang="en-US" sz="1350" kern="1200">
                <a:solidFill>
                  <a:schemeClr val="tx1"/>
                </a:solidFill>
                <a:latin typeface="等线"/>
                <a:ea typeface="Arial"/>
              </a:defRPr>
            </a:lvl8pPr>
            <a:lvl9pPr marL="2914650" lvl="8" indent="-171450" algn="l" defTabSz="685800">
              <a:lnSpc>
                <a:spcPct val="90000"/>
              </a:lnSpc>
              <a:spcBef>
                <a:spcPts val="375"/>
              </a:spcBef>
              <a:buFont typeface="Arial" charset="0"/>
              <a:buChar char="•"/>
              <a:defRPr lang="en-US" sz="1350" kern="1200">
                <a:solidFill>
                  <a:schemeClr val="tx1"/>
                </a:solidFill>
                <a:latin typeface="等线"/>
                <a:ea typeface="Arial"/>
              </a:defRPr>
            </a:lvl9pPr>
          </a:lstStyle>
          <a:p>
            <a:pPr marL="0" lvl="0" indent="0" algn="ctr">
              <a:lnSpc>
                <a:spcPct val="100000"/>
              </a:lnSpc>
              <a:spcBef>
                <a:spcPct val="1"/>
              </a:spcBef>
              <a:buNone/>
            </a:pPr>
            <a:endParaRPr lang="zh-CN" sz="1000">
              <a:latin typeface="微软雅黑"/>
              <a:ea typeface="微软雅黑"/>
            </a:endParaRPr>
          </a:p>
        </p:txBody>
      </p:sp>
    </p:spTree>
  </p:cSld>
  <p:clrMapOvr>
    <a:masterClrMapping/>
  </p:clrMapOvr>
</p:sld>
</file>

<file path=ppt/slides/slide23.xml><?xml version="1.0" encoding="utf-8"?>
<p:sld xmlns:a="http://schemas.openxmlformats.org/drawingml/2006/main" xmlns:p="http://schemas.openxmlformats.org/presentationml/2006/main">
  <p:cSld>
    <p:spTree>
      <p:nvGrpSpPr>
        <p:cNvPr id="381" name=""/>
        <p:cNvGrpSpPr/>
        <p:nvPr/>
      </p:nvGrpSpPr>
      <p:grpSpPr>
        <a:xfrm>
          <a:off x="0" y="0"/>
          <a:ext cx="0" cy="0"/>
          <a:chOff x="0" y="0"/>
          <a:chExt cx="0" cy="0"/>
        </a:xfrm>
      </p:grpSpPr>
      <p:sp>
        <p:nvSpPr>
          <p:cNvPr id="382"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区块链的价值</a:t>
            </a:r>
            <a:endParaRPr lang="zh-CN" sz="3000">
              <a:ea typeface="等线 Light"/>
            </a:endParaRPr>
          </a:p>
        </p:txBody>
      </p:sp>
      <p:sp>
        <p:nvSpPr>
          <p:cNvPr id="383" name="Oval 16"/>
          <p:cNvSpPr/>
          <p:nvPr/>
        </p:nvSpPr>
        <p:spPr>
          <a:xfrm>
            <a:off x="1258888" y="2716213"/>
            <a:ext cx="6553200" cy="388937"/>
          </a:xfrm>
          <a:prstGeom prst="ellipse"/>
          <a:noFill/>
          <a:ln w="76200">
            <a:solidFill>
              <a:srgbClr val="FF9900"/>
            </a:solidFill>
            <a:bevel/>
          </a:ln>
        </p:spPr>
        <p:txBody>
          <a:bodyPr lIns="0" tIns="0" rIns="0" bIns="0" anchor="ctr" anchorCtr="fals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a:latin typeface="Arial"/>
              </a:rPr>
              <a:t>区块链可以把多个子系统横向拉通</a:t>
            </a:r>
            <a:endParaRPr lang="zh-CN">
              <a:latin typeface="Arial"/>
            </a:endParaRPr>
          </a:p>
        </p:txBody>
      </p:sp>
      <p:sp>
        <p:nvSpPr>
          <p:cNvPr id="384" name="Text Box 83"/>
          <p:cNvSpPr/>
          <p:nvPr/>
        </p:nvSpPr>
        <p:spPr>
          <a:xfrm>
            <a:off x="1187450" y="3459163"/>
            <a:ext cx="6726238" cy="874712"/>
          </a:xfrm>
          <a:prstGeom prst="rect"/>
          <a:noFill/>
          <a:ln>
            <a:noFill/>
            <a:miter lim="800000"/>
          </a:ln>
        </p:spPr>
        <p:txBody>
          <a:bodyPr>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150000"/>
              </a:lnSpc>
            </a:pPr>
            <a:r>
              <a:rPr lang="zh-CN">
                <a:solidFill>
                  <a:srgbClr val="0B86D9"/>
                </a:solidFill>
                <a:latin typeface="微软雅黑"/>
                <a:ea typeface="微软雅黑"/>
              </a:rPr>
              <a:t>传统的信息系统建设，构建了一个一个的数据孤岛；</a:t>
            </a:r>
            <a:endParaRPr lang="zh-CN">
              <a:solidFill>
                <a:srgbClr val="0B86D9"/>
              </a:solidFill>
              <a:latin typeface="微软雅黑"/>
              <a:ea typeface="微软雅黑"/>
            </a:endParaRPr>
          </a:p>
          <a:p>
            <a:pPr marL="0" lvl="0" indent="0" algn="ctr">
              <a:lnSpc>
                <a:spcPct val="150000"/>
              </a:lnSpc>
            </a:pPr>
            <a:r>
              <a:rPr lang="zh-CN">
                <a:solidFill>
                  <a:srgbClr val="0B86D9"/>
                </a:solidFill>
                <a:latin typeface="微软雅黑"/>
                <a:ea typeface="微软雅黑"/>
              </a:rPr>
              <a:t>区块链让各个孤岛仅需保留</a:t>
            </a:r>
            <a:r>
              <a:rPr lang="zh-CN">
                <a:solidFill>
                  <a:srgbClr val="FFC000"/>
                </a:solidFill>
                <a:latin typeface="微软雅黑"/>
                <a:ea typeface="微软雅黑"/>
              </a:rPr>
              <a:t>业务功能</a:t>
            </a:r>
            <a:r>
              <a:rPr lang="zh-CN">
                <a:solidFill>
                  <a:srgbClr val="0B86D9"/>
                </a:solidFill>
                <a:latin typeface="微软雅黑"/>
                <a:ea typeface="微软雅黑"/>
              </a:rPr>
              <a:t>，不需保留</a:t>
            </a:r>
            <a:r>
              <a:rPr lang="zh-CN">
                <a:solidFill>
                  <a:srgbClr val="FFC000"/>
                </a:solidFill>
                <a:latin typeface="微软雅黑"/>
                <a:ea typeface="微软雅黑"/>
              </a:rPr>
              <a:t>业务数据</a:t>
            </a:r>
            <a:r>
              <a:rPr lang="zh-CN">
                <a:solidFill>
                  <a:srgbClr val="0B86D9"/>
                </a:solidFill>
                <a:latin typeface="微软雅黑"/>
                <a:ea typeface="微软雅黑"/>
              </a:rPr>
              <a:t>；</a:t>
            </a:r>
            <a:endParaRPr lang="zh-CN">
              <a:solidFill>
                <a:srgbClr val="0B86D9"/>
              </a:solidFill>
              <a:latin typeface="微软雅黑"/>
              <a:ea typeface="微软雅黑"/>
            </a:endParaRPr>
          </a:p>
        </p:txBody>
      </p:sp>
      <p:grpSp>
        <p:nvGrpSpPr>
          <p:cNvPr id="385" name="组合 2"/>
          <p:cNvGrpSpPr/>
          <p:nvPr/>
        </p:nvGrpSpPr>
        <p:grpSpPr>
          <a:xfrm>
            <a:off x="1087438" y="1366838"/>
            <a:ext cx="6826250" cy="1008062"/>
            <a:chOff x="698500" y="1273175"/>
            <a:chExt cx="7747000" cy="1298575"/>
          </a:xfrm>
        </p:grpSpPr>
        <p:sp>
          <p:nvSpPr>
            <p:cNvPr id="386" name="圆角矩形 5122"/>
            <p:cNvSpPr/>
            <p:nvPr/>
          </p:nvSpPr>
          <p:spPr>
            <a:xfrm>
              <a:off x="698500" y="1273175"/>
              <a:ext cx="7747000" cy="1298575"/>
            </a:xfrm>
            <a:prstGeom prst="roundRect">
              <a:avLst>
                <a:gd name="adj" fmla="val 16667"/>
              </a:avLst>
            </a:prstGeom>
            <a:solidFill>
              <a:schemeClr val="bg1">
                <a:alpha val="0"/>
              </a:schemeClr>
            </a:solidFill>
            <a:ln>
              <a:solidFill>
                <a:srgbClr val="0000FF"/>
              </a:solidFill>
              <a:miter lim="800000"/>
            </a:ln>
          </p:spPr>
          <p:txBody>
            <a:bodyPr>
              <a:no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a:latin typeface="Arial"/>
              </a:endParaRPr>
            </a:p>
          </p:txBody>
        </p:sp>
        <p:sp>
          <p:nvSpPr>
            <p:cNvPr id="387" name="Oval 14"/>
            <p:cNvSpPr/>
            <p:nvPr/>
          </p:nvSpPr>
          <p:spPr>
            <a:xfrm>
              <a:off x="1163638" y="1352550"/>
              <a:ext cx="519112" cy="1136650"/>
            </a:xfrm>
            <a:prstGeom prst="ellipse"/>
            <a:noFill/>
            <a:ln w="76200">
              <a:solidFill>
                <a:schemeClr val="hlink"/>
              </a:solidFill>
              <a:bevel/>
            </a:ln>
          </p:spPr>
          <p:txBody>
            <a:bodyPr lIns="0" tIns="0" rIns="0" bIns="0" anchor="ctr" anchorCtr="fals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a:latin typeface="Arial"/>
              </a:endParaRPr>
            </a:p>
          </p:txBody>
        </p:sp>
        <p:sp>
          <p:nvSpPr>
            <p:cNvPr id="388" name="Oval 15"/>
            <p:cNvSpPr/>
            <p:nvPr/>
          </p:nvSpPr>
          <p:spPr>
            <a:xfrm>
              <a:off x="2312988" y="1354137"/>
              <a:ext cx="519112" cy="1136650"/>
            </a:xfrm>
            <a:prstGeom prst="ellipse"/>
            <a:noFill/>
            <a:ln w="76200">
              <a:solidFill>
                <a:schemeClr val="hlink"/>
              </a:solidFill>
              <a:bevel/>
            </a:ln>
          </p:spPr>
          <p:txBody>
            <a:bodyPr lIns="0" tIns="0" rIns="0" bIns="0" anchor="ctr" anchorCtr="fals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a:latin typeface="Arial"/>
              </a:endParaRPr>
            </a:p>
          </p:txBody>
        </p:sp>
        <p:sp>
          <p:nvSpPr>
            <p:cNvPr id="389" name="Oval 17"/>
            <p:cNvSpPr/>
            <p:nvPr/>
          </p:nvSpPr>
          <p:spPr>
            <a:xfrm>
              <a:off x="5210175" y="1370012"/>
              <a:ext cx="519113" cy="1136650"/>
            </a:xfrm>
            <a:prstGeom prst="ellipse"/>
            <a:noFill/>
            <a:ln w="76200">
              <a:solidFill>
                <a:schemeClr val="hlink"/>
              </a:solidFill>
              <a:bevel/>
            </a:ln>
          </p:spPr>
          <p:txBody>
            <a:bodyPr lIns="0" tIns="0" rIns="0" bIns="0" anchor="ctr" anchorCtr="fals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a:latin typeface="Arial"/>
              </a:endParaRPr>
            </a:p>
          </p:txBody>
        </p:sp>
        <p:sp>
          <p:nvSpPr>
            <p:cNvPr id="390" name="Oval 18"/>
            <p:cNvSpPr/>
            <p:nvPr/>
          </p:nvSpPr>
          <p:spPr>
            <a:xfrm>
              <a:off x="6375400" y="1360487"/>
              <a:ext cx="517525" cy="1136650"/>
            </a:xfrm>
            <a:prstGeom prst="ellipse"/>
            <a:noFill/>
            <a:ln w="76200">
              <a:solidFill>
                <a:schemeClr val="hlink"/>
              </a:solidFill>
              <a:bevel/>
            </a:ln>
          </p:spPr>
          <p:txBody>
            <a:bodyPr lIns="0" tIns="0" rIns="0" bIns="0" anchor="ctr" anchorCtr="fals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a:latin typeface="Arial"/>
              </a:endParaRPr>
            </a:p>
          </p:txBody>
        </p:sp>
        <p:sp>
          <p:nvSpPr>
            <p:cNvPr id="391" name="Oval 19"/>
            <p:cNvSpPr/>
            <p:nvPr/>
          </p:nvSpPr>
          <p:spPr>
            <a:xfrm>
              <a:off x="7573963" y="1347787"/>
              <a:ext cx="519112" cy="1135063"/>
            </a:xfrm>
            <a:prstGeom prst="ellipse"/>
            <a:noFill/>
            <a:ln w="76200">
              <a:solidFill>
                <a:schemeClr val="hlink"/>
              </a:solidFill>
              <a:bevel/>
            </a:ln>
          </p:spPr>
          <p:txBody>
            <a:bodyPr lIns="0" tIns="0" rIns="0" bIns="0" anchor="ctr" anchorCtr="fals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a:latin typeface="Arial"/>
              </a:endParaRPr>
            </a:p>
          </p:txBody>
        </p:sp>
        <p:sp>
          <p:nvSpPr>
            <p:cNvPr id="392" name="Oval 17"/>
            <p:cNvSpPr/>
            <p:nvPr/>
          </p:nvSpPr>
          <p:spPr>
            <a:xfrm>
              <a:off x="3717925" y="1354137"/>
              <a:ext cx="519113" cy="1136650"/>
            </a:xfrm>
            <a:prstGeom prst="ellipse"/>
            <a:noFill/>
            <a:ln w="76200" cap="rnd">
              <a:solidFill>
                <a:schemeClr val="hlink"/>
              </a:solidFill>
              <a:prstDash val="sysDot"/>
              <a:miter lim="800000"/>
            </a:ln>
          </p:spPr>
          <p:txBody>
            <a:bodyPr lIns="0" tIns="0" rIns="0" bIns="0" anchor="ctr" anchorCtr="fals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endParaRPr lang="zh-CN">
                <a:latin typeface="Arial"/>
              </a:endParaRPr>
            </a:p>
          </p:txBody>
        </p:sp>
      </p:grpSp>
      <p:sp>
        <p:nvSpPr>
          <p:cNvPr id="393" name="Text Box 83"/>
          <p:cNvSpPr/>
          <p:nvPr/>
        </p:nvSpPr>
        <p:spPr>
          <a:xfrm>
            <a:off x="1338263" y="955675"/>
            <a:ext cx="642937" cy="411163"/>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150000"/>
              </a:lnSpc>
            </a:pPr>
            <a:r>
              <a:rPr lang="zh-CN" sz="1400">
                <a:solidFill>
                  <a:srgbClr val="0B86D9"/>
                </a:solidFill>
                <a:latin typeface="微软雅黑"/>
                <a:ea typeface="微软雅黑"/>
              </a:rPr>
              <a:t>功能1</a:t>
            </a:r>
            <a:endParaRPr lang="zh-CN" sz="1400">
              <a:solidFill>
                <a:srgbClr val="0B86D9"/>
              </a:solidFill>
              <a:latin typeface="微软雅黑"/>
              <a:ea typeface="微软雅黑"/>
            </a:endParaRPr>
          </a:p>
        </p:txBody>
      </p:sp>
      <p:sp>
        <p:nvSpPr>
          <p:cNvPr id="394" name="Text Box 83"/>
          <p:cNvSpPr/>
          <p:nvPr/>
        </p:nvSpPr>
        <p:spPr>
          <a:xfrm>
            <a:off x="2417763" y="944563"/>
            <a:ext cx="642937" cy="411162"/>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150000"/>
              </a:lnSpc>
            </a:pPr>
            <a:r>
              <a:rPr lang="zh-CN" sz="1400">
                <a:solidFill>
                  <a:srgbClr val="0B86D9"/>
                </a:solidFill>
                <a:latin typeface="微软雅黑"/>
                <a:ea typeface="微软雅黑"/>
              </a:rPr>
              <a:t>功能2</a:t>
            </a:r>
            <a:endParaRPr lang="zh-CN">
              <a:latin typeface="Arial"/>
            </a:endParaRPr>
          </a:p>
        </p:txBody>
      </p:sp>
      <p:sp>
        <p:nvSpPr>
          <p:cNvPr id="395" name="Text Box 83"/>
          <p:cNvSpPr/>
          <p:nvPr/>
        </p:nvSpPr>
        <p:spPr>
          <a:xfrm>
            <a:off x="3654425" y="944563"/>
            <a:ext cx="642938" cy="411162"/>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150000"/>
              </a:lnSpc>
            </a:pPr>
            <a:r>
              <a:rPr lang="zh-CN" sz="1400">
                <a:solidFill>
                  <a:srgbClr val="0B86D9"/>
                </a:solidFill>
                <a:latin typeface="微软雅黑"/>
                <a:ea typeface="微软雅黑"/>
              </a:rPr>
              <a:t>功能3</a:t>
            </a:r>
            <a:endParaRPr lang="zh-CN">
              <a:latin typeface="Arial"/>
            </a:endParaRPr>
          </a:p>
        </p:txBody>
      </p:sp>
      <p:sp>
        <p:nvSpPr>
          <p:cNvPr id="396" name="Text Box 83"/>
          <p:cNvSpPr/>
          <p:nvPr/>
        </p:nvSpPr>
        <p:spPr>
          <a:xfrm>
            <a:off x="720725" y="2690813"/>
            <a:ext cx="538163" cy="411162"/>
          </a:xfrm>
          <a:prstGeom prst="rect"/>
          <a:noFill/>
          <a:ln>
            <a:noFill/>
            <a:miter lim="800000"/>
          </a:ln>
        </p:spPr>
        <p:txBody>
          <a:bodyPr wrap="none">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lnSpc>
                <a:spcPct val="150000"/>
              </a:lnSpc>
            </a:pPr>
            <a:r>
              <a:rPr lang="zh-CN" sz="1400">
                <a:solidFill>
                  <a:srgbClr val="0B86D9"/>
                </a:solidFill>
                <a:latin typeface="微软雅黑"/>
                <a:ea typeface="微软雅黑"/>
              </a:rPr>
              <a:t>数据</a:t>
            </a:r>
            <a:endParaRPr lang="zh-CN">
              <a:latin typeface="Arial"/>
            </a:endParaRPr>
          </a:p>
        </p:txBody>
      </p:sp>
    </p:spTree>
  </p:cSld>
  <p:clrMapOvr>
    <a:masterClrMapping/>
  </p:clrMapOvr>
</p:sld>
</file>

<file path=ppt/slides/slide24.xml><?xml version="1.0" encoding="utf-8"?>
<p:sld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p:spTree>
      <p:nvGrpSpPr>
        <p:cNvPr id="397" name=""/>
        <p:cNvGrpSpPr/>
        <p:nvPr/>
      </p:nvGrpSpPr>
      <p:grpSpPr>
        <a:xfrm>
          <a:off x="0" y="0"/>
          <a:ext cx="0" cy="0"/>
          <a:chOff x="0" y="0"/>
          <a:chExt cx="0" cy="0"/>
        </a:xfrm>
      </p:grpSpPr>
      <p:sp>
        <p:nvSpPr>
          <p:cNvPr id="398" name="标题 1"/>
          <p:cNvSpPr>
            <a:spLocks noGrp="true" noChangeArrowheads="true"/>
          </p:cNvSpPr>
          <p:nvPr>
            <p:ph type="title"/>
          </p:nvPr>
        </p:nvSpPr>
        <p:spPr>
          <a:xfrm>
            <a:off x="936625" y="142875"/>
            <a:ext cx="8207375" cy="484188"/>
          </a:xfrm>
          <a:prstGeom prst="rect"/>
        </p:spPr>
        <p:txBody>
          <a:bodyPr vert="horz" wrap="square" lIns="91440" tIns="45720" rIns="91440" bIns="45720" anchor="ctr" anchorCtr="false">
            <a:noAutofit/>
          </a:bodyPr>
          <a:lstStyle>
            <a:lvl1pPr marL="0" lvl="0" indent="0" algn="l" defTabSz="685800">
              <a:lnSpc>
                <a:spcPct val="90000"/>
              </a:lnSpc>
              <a:spcBef>
                <a:spcPct val="1"/>
              </a:spcBef>
              <a:spcAft>
                <a:spcPct val="1"/>
              </a:spcAft>
              <a:buClrTx/>
              <a:buSzTx/>
              <a:buFontTx/>
              <a:buNone/>
              <a:defRPr lang="en-US" sz="3300" b="false" i="false" u="none" kern="1200" baseline="0">
                <a:solidFill>
                  <a:schemeClr val="tx1"/>
                </a:solidFill>
                <a:latin typeface="等线 Light"/>
                <a:ea typeface="Arial"/>
              </a:defRPr>
            </a:lvl1pPr>
          </a:lstStyle>
          <a:p>
            <a:pPr marL="0" lvl="0" indent="0"/>
            <a:r>
              <a:rPr lang="zh-CN" sz="3000">
                <a:solidFill>
                  <a:srgbClr val="0070C0"/>
                </a:solidFill>
                <a:latin typeface="微软雅黑"/>
                <a:ea typeface="等线 Light"/>
              </a:rPr>
              <a:t>区块链的价值</a:t>
            </a:r>
            <a:endParaRPr lang="zh-CN" sz="3000">
              <a:ea typeface="等线 Light"/>
            </a:endParaRPr>
          </a:p>
        </p:txBody>
      </p:sp>
      <p:cxnSp>
        <p:nvCxnSpPr>
          <p:cNvPr id="399" name="直接连接符 24"/>
          <p:cNvCxnSpPr/>
          <p:nvPr/>
        </p:nvCxnSpPr>
        <p:spPr>
          <a:xfrm flipV="true">
            <a:off x="900113" y="2611438"/>
            <a:ext cx="2663825" cy="11112"/>
          </a:xfrm>
          <a:prstGeom prst="line"/>
          <a:noFill/>
          <a:ln w="6350">
            <a:solidFill>
              <a:srgbClr val="595959"/>
            </a:solidFill>
            <a:miter lim="800000"/>
          </a:ln>
        </p:spPr>
      </p:cxnSp>
      <p:sp>
        <p:nvSpPr>
          <p:cNvPr id="400" name="TextBox 10"/>
          <p:cNvSpPr/>
          <p:nvPr/>
        </p:nvSpPr>
        <p:spPr>
          <a:xfrm>
            <a:off x="1316038" y="2773363"/>
            <a:ext cx="1831975" cy="862012"/>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sz="1400">
                <a:latin typeface="微软雅黑"/>
                <a:ea typeface="微软雅黑"/>
              </a:rPr>
              <a:t>有没有将业务的</a:t>
            </a:r>
            <a:endParaRPr lang="en-US" sz="1400">
              <a:latin typeface="微软雅黑"/>
              <a:ea typeface="微软雅黑"/>
            </a:endParaRPr>
          </a:p>
          <a:p>
            <a:pPr marL="0" lvl="0" indent="0" algn="ctr"/>
            <a:r>
              <a:rPr lang="zh-CN" sz="1400">
                <a:solidFill>
                  <a:srgbClr val="FF0000"/>
                </a:solidFill>
                <a:latin typeface="微软雅黑"/>
                <a:ea typeface="微软雅黑"/>
              </a:rPr>
              <a:t>信任成本</a:t>
            </a:r>
            <a:r>
              <a:rPr lang="zh-CN" sz="1400">
                <a:latin typeface="微软雅黑"/>
                <a:ea typeface="微软雅黑"/>
              </a:rPr>
              <a:t>和</a:t>
            </a:r>
            <a:endParaRPr lang="en-US" sz="1400">
              <a:latin typeface="微软雅黑"/>
              <a:ea typeface="微软雅黑"/>
            </a:endParaRPr>
          </a:p>
          <a:p>
            <a:pPr marL="0" lvl="0" indent="0" algn="ctr"/>
            <a:r>
              <a:rPr lang="zh-CN" sz="1400">
                <a:solidFill>
                  <a:srgbClr val="FF0000"/>
                </a:solidFill>
                <a:latin typeface="微软雅黑"/>
                <a:ea typeface="微软雅黑"/>
              </a:rPr>
              <a:t>摩擦成本</a:t>
            </a:r>
            <a:endParaRPr lang="en-US" sz="1400">
              <a:solidFill>
                <a:srgbClr val="FF0000"/>
              </a:solidFill>
              <a:latin typeface="微软雅黑"/>
              <a:ea typeface="微软雅黑"/>
            </a:endParaRPr>
          </a:p>
          <a:p>
            <a:pPr marL="0" lvl="0" indent="0" algn="ctr"/>
            <a:r>
              <a:rPr lang="zh-CN" sz="1400">
                <a:latin typeface="微软雅黑"/>
                <a:ea typeface="微软雅黑"/>
              </a:rPr>
              <a:t>降下来？</a:t>
            </a:r>
            <a:endParaRPr lang="zh-CN" sz="1400">
              <a:latin typeface="微软雅黑"/>
              <a:ea typeface="微软雅黑"/>
            </a:endParaRPr>
          </a:p>
        </p:txBody>
      </p:sp>
      <p:sp>
        <p:nvSpPr>
          <p:cNvPr id="401" name="Freeform 5"/>
          <p:cNvSpPr/>
          <p:nvPr/>
        </p:nvSpPr>
        <p:spPr>
          <a:xfrm>
            <a:off x="3606800" y="1058863"/>
            <a:ext cx="376238" cy="3128962"/>
          </a:xfrm>
          <a:custGeom>
            <a:pathLst>
              <a:path w="376238" h="3128962">
                <a:moveTo>
                  <a:pt x="376238" y="0"/>
                </a:moveTo>
                <a:lnTo>
                  <a:pt x="376238" y="35560"/>
                </a:lnTo>
                <a:lnTo>
                  <a:pt x="375576" y="35398"/>
                </a:lnTo>
                <a:cubicBezTo>
                  <a:pt x="291091" y="35398"/>
                  <a:pt x="221685" y="191273"/>
                  <a:pt x="214819" y="390543"/>
                </a:cubicBezTo>
                <a:cubicBezTo>
                  <a:pt x="214513" y="394242"/>
                  <a:pt x="214313" y="397999"/>
                  <a:pt x="214348" y="401835"/>
                </a:cubicBezTo>
                <a:lnTo>
                  <a:pt x="213287" y="427251"/>
                </a:lnTo>
                <a:cubicBezTo>
                  <a:pt x="213287" y="429252"/>
                  <a:pt x="213293" y="431249"/>
                  <a:pt x="213537" y="433237"/>
                </a:cubicBezTo>
                <a:cubicBezTo>
                  <a:pt x="212451" y="449601"/>
                  <a:pt x="212218" y="466642"/>
                  <a:pt x="212218" y="484288"/>
                </a:cubicBezTo>
                <a:lnTo>
                  <a:pt x="212218" y="1163021"/>
                </a:lnTo>
                <a:cubicBezTo>
                  <a:pt x="212218" y="1346079"/>
                  <a:pt x="169010" y="1563085"/>
                  <a:pt x="61574" y="1563085"/>
                </a:cubicBezTo>
                <a:lnTo>
                  <a:pt x="61574" y="1569315"/>
                </a:lnTo>
                <a:cubicBezTo>
                  <a:pt x="166144" y="1569315"/>
                  <a:pt x="212218" y="1785247"/>
                  <a:pt x="212218" y="1965941"/>
                </a:cubicBezTo>
                <a:lnTo>
                  <a:pt x="212218" y="2644030"/>
                </a:lnTo>
                <a:lnTo>
                  <a:pt x="213460" y="2689263"/>
                </a:lnTo>
                <a:lnTo>
                  <a:pt x="213287" y="2693422"/>
                </a:lnTo>
                <a:cubicBezTo>
                  <a:pt x="213287" y="2700202"/>
                  <a:pt x="213358" y="2706942"/>
                  <a:pt x="214129" y="2713583"/>
                </a:cubicBezTo>
                <a:cubicBezTo>
                  <a:pt x="214057" y="2720544"/>
                  <a:pt x="214422" y="2727330"/>
                  <a:pt x="214980" y="2733978"/>
                </a:cubicBezTo>
                <a:cubicBezTo>
                  <a:pt x="222584" y="2931412"/>
                  <a:pt x="291638" y="3085274"/>
                  <a:pt x="375576" y="3085274"/>
                </a:cubicBezTo>
                <a:cubicBezTo>
                  <a:pt x="375797" y="3085274"/>
                  <a:pt x="376018" y="3085273"/>
                  <a:pt x="376238" y="3085113"/>
                </a:cubicBezTo>
                <a:lnTo>
                  <a:pt x="376238" y="3128962"/>
                </a:lnTo>
                <a:cubicBezTo>
                  <a:pt x="298846" y="3128962"/>
                  <a:pt x="241625" y="3089429"/>
                  <a:pt x="205211" y="3011436"/>
                </a:cubicBezTo>
                <a:cubicBezTo>
                  <a:pt x="168691" y="2932797"/>
                  <a:pt x="150644" y="2791637"/>
                  <a:pt x="150644" y="2589027"/>
                </a:cubicBezTo>
                <a:lnTo>
                  <a:pt x="150644" y="1993658"/>
                </a:lnTo>
                <a:cubicBezTo>
                  <a:pt x="150644" y="1882577"/>
                  <a:pt x="141514" y="1792766"/>
                  <a:pt x="123148" y="1723583"/>
                </a:cubicBezTo>
                <a:cubicBezTo>
                  <a:pt x="105100" y="1654614"/>
                  <a:pt x="63909" y="1614866"/>
                  <a:pt x="0" y="1606056"/>
                </a:cubicBezTo>
                <a:lnTo>
                  <a:pt x="0" y="1522907"/>
                </a:lnTo>
                <a:cubicBezTo>
                  <a:pt x="59239" y="1504429"/>
                  <a:pt x="99262" y="1467259"/>
                  <a:pt x="119645" y="1411825"/>
                </a:cubicBezTo>
                <a:cubicBezTo>
                  <a:pt x="140346" y="1356822"/>
                  <a:pt x="150644" y="1264004"/>
                  <a:pt x="150644" y="1135304"/>
                </a:cubicBezTo>
                <a:lnTo>
                  <a:pt x="150644" y="539936"/>
                </a:lnTo>
                <a:cubicBezTo>
                  <a:pt x="150644" y="336681"/>
                  <a:pt x="168691" y="196165"/>
                  <a:pt x="205211" y="117527"/>
                </a:cubicBezTo>
                <a:cubicBezTo>
                  <a:pt x="241625" y="38889"/>
                  <a:pt x="298846" y="0"/>
                  <a:pt x="376238" y="0"/>
                </a:cubicBezTo>
                <a:close/>
              </a:path>
            </a:pathLst>
          </a:custGeom>
          <a:solidFill>
            <a:srgbClr val="A6A6A6"/>
          </a:solidFill>
          <a:ln w="9525">
            <a:noFill/>
            <a:round/>
          </a:ln>
        </p:spPr>
        <p:txBody>
          <a:bodyPr/>
          <a:p/>
        </p:txBody>
      </p:sp>
      <p:sp>
        <p:nvSpPr>
          <p:cNvPr id="402" name="圆角矩形 16"/>
          <p:cNvSpPr/>
          <p:nvPr/>
        </p:nvSpPr>
        <p:spPr>
          <a:xfrm>
            <a:off x="3983038" y="1069975"/>
            <a:ext cx="4476750" cy="542925"/>
          </a:xfrm>
          <a:prstGeom prst="roundRect"/>
          <a:solidFill>
            <a:schemeClr val="bg1"/>
          </a:solidFill>
          <a:ln w="6350">
            <a:solidFill>
              <a:schemeClr val="tx1">
                <a:lumMod val="50000"/>
                <a:lumOff val="50000"/>
              </a:schemeClr>
            </a:solidFill>
            <a:prstDash val="solid"/>
            <a:miter lim="800000"/>
          </a:ln>
        </p:spPr>
        <p:txBody>
          <a:bodyPr lIns="152347" tIns="76174" rIns="152347" bIns="76174" anchor="ctr"/>
          <a:p>
            <a:pPr marL="0" lvl="0" indent="0" algn="ctr" defTabSz="914400">
              <a:lnSpc>
                <a:spcPct val="100000"/>
              </a:lnSpc>
              <a:spcBef>
                <a:spcPct val="1"/>
              </a:spcBef>
              <a:spcAft>
                <a:spcPct val="1"/>
              </a:spcAft>
              <a:buClrTx/>
              <a:buSzTx/>
              <a:buFont typeface="Arial" charset="0"/>
              <a:buNone/>
            </a:pPr>
            <a:endParaRPr lang="zh-CN" sz="1800" b="false" i="false" u="none" strike="noStrike" kern="1200" spc="0" baseline="0">
              <a:ln>
                <a:noFill/>
              </a:ln>
              <a:solidFill>
                <a:schemeClr val="lt1"/>
              </a:solidFill>
              <a:latin typeface="等线"/>
              <a:ea typeface="微软雅黑"/>
            </a:endParaRPr>
          </a:p>
        </p:txBody>
      </p:sp>
      <p:sp>
        <p:nvSpPr>
          <p:cNvPr id="403" name="TextBox 23"/>
          <p:cNvSpPr/>
          <p:nvPr/>
        </p:nvSpPr>
        <p:spPr>
          <a:xfrm>
            <a:off x="4033838" y="1257300"/>
            <a:ext cx="4105275" cy="215900"/>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just"/>
            <a:r>
              <a:rPr lang="zh-CN" sz="1400">
                <a:latin typeface="微软雅黑"/>
                <a:ea typeface="微软雅黑"/>
              </a:rPr>
              <a:t>计算的冗余：共识和验证过程会引入大量的冗余计算</a:t>
            </a:r>
            <a:endParaRPr lang="en-US" sz="1400">
              <a:latin typeface="微软雅黑"/>
              <a:ea typeface="微软雅黑"/>
            </a:endParaRPr>
          </a:p>
        </p:txBody>
      </p:sp>
      <p:pic>
        <p:nvPicPr>
          <p:cNvPr id="404" name="组合 25"/>
          <p:cNvPicPr/>
          <p:nvPr/>
        </p:nvPicPr>
        <p:blipFill>
          <a:blip r:embed="rId2">
            <a:lum bright="0" contrast="0"/>
            <a:extLst>
              <a:ext uri="">
                <a14:imgProps>
                  <a14:imgLayer>
                    <a14:imgEffect>
                      <a14:brightnessContrast bright="0" contrast="0"/>
                      <a14:colorTemperature colorTemp="6500"/>
                      <a14:saturation sat="100000"/>
                      <a14:sharpenSoften amount="0"/>
                    </a14:imgEffect>
                  </a14:imgLayer>
                </a14:imgProps>
              </a:ext>
            </a:extLst>
          </a:blip>
          <a:stretch/>
        </p:blipFill>
        <p:spPr>
          <a:xfrm>
            <a:off x="990600" y="889000"/>
            <a:ext cx="2032000" cy="1981200"/>
          </a:xfrm>
          <a:prstGeom prst="rect"/>
          <a:noFill/>
          <a:ln>
            <a:miter lim="800000"/>
          </a:ln>
        </p:spPr>
      </p:pic>
      <p:sp>
        <p:nvSpPr>
          <p:cNvPr id="405" name="TextBox 33"/>
          <p:cNvSpPr/>
          <p:nvPr/>
        </p:nvSpPr>
        <p:spPr>
          <a:xfrm>
            <a:off x="1138238" y="1597025"/>
            <a:ext cx="2093912" cy="368300"/>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ctr"/>
            <a:r>
              <a:rPr lang="zh-CN" b="true">
                <a:solidFill>
                  <a:srgbClr val="72BFC5"/>
                </a:solidFill>
                <a:latin typeface="微软雅黑"/>
                <a:ea typeface="微软雅黑"/>
              </a:rPr>
              <a:t>区块链</a:t>
            </a:r>
            <a:endParaRPr lang="zh-CN" b="true">
              <a:solidFill>
                <a:srgbClr val="72BFC5"/>
              </a:solidFill>
              <a:latin typeface="微软雅黑"/>
              <a:ea typeface="微软雅黑"/>
            </a:endParaRPr>
          </a:p>
        </p:txBody>
      </p:sp>
      <p:sp>
        <p:nvSpPr>
          <p:cNvPr id="406" name="圆角矩形 34"/>
          <p:cNvSpPr/>
          <p:nvPr/>
        </p:nvSpPr>
        <p:spPr>
          <a:xfrm>
            <a:off x="3967163" y="2314575"/>
            <a:ext cx="4492625" cy="542925"/>
          </a:xfrm>
          <a:prstGeom prst="roundRect"/>
          <a:solidFill>
            <a:schemeClr val="bg1"/>
          </a:solidFill>
          <a:ln w="6350">
            <a:solidFill>
              <a:schemeClr val="tx1">
                <a:lumMod val="50000"/>
                <a:lumOff val="50000"/>
              </a:schemeClr>
            </a:solidFill>
            <a:prstDash val="solid"/>
            <a:miter lim="800000"/>
          </a:ln>
        </p:spPr>
        <p:txBody>
          <a:bodyPr lIns="152347" tIns="76174" rIns="152347" bIns="76174" anchor="ctr"/>
          <a:p>
            <a:pPr marL="0" lvl="0" indent="0" algn="ctr" defTabSz="914400">
              <a:lnSpc>
                <a:spcPct val="100000"/>
              </a:lnSpc>
              <a:spcBef>
                <a:spcPct val="1"/>
              </a:spcBef>
              <a:spcAft>
                <a:spcPct val="1"/>
              </a:spcAft>
              <a:buClrTx/>
              <a:buSzTx/>
              <a:buFont typeface="Arial" charset="0"/>
              <a:buNone/>
            </a:pPr>
            <a:endParaRPr lang="zh-CN" sz="1800" b="false" i="false" u="none" strike="noStrike" kern="1200" spc="0" baseline="0">
              <a:ln>
                <a:noFill/>
              </a:ln>
              <a:solidFill>
                <a:schemeClr val="lt1"/>
              </a:solidFill>
              <a:latin typeface="等线"/>
              <a:ea typeface="微软雅黑"/>
            </a:endParaRPr>
          </a:p>
        </p:txBody>
      </p:sp>
      <p:sp>
        <p:nvSpPr>
          <p:cNvPr id="407" name="TextBox 35"/>
          <p:cNvSpPr/>
          <p:nvPr/>
        </p:nvSpPr>
        <p:spPr>
          <a:xfrm>
            <a:off x="4027488" y="2482850"/>
            <a:ext cx="3921125" cy="214313"/>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just"/>
            <a:r>
              <a:rPr lang="zh-CN" sz="1400">
                <a:latin typeface="微软雅黑"/>
                <a:ea typeface="微软雅黑"/>
              </a:rPr>
              <a:t>通讯的冗余：</a:t>
            </a:r>
            <a:r>
              <a:rPr lang="en-US" sz="1400">
                <a:latin typeface="微软雅黑"/>
                <a:ea typeface="微软雅黑"/>
              </a:rPr>
              <a:t>P2P</a:t>
            </a:r>
            <a:r>
              <a:rPr lang="zh-CN" sz="1400">
                <a:latin typeface="微软雅黑"/>
                <a:ea typeface="微软雅黑"/>
              </a:rPr>
              <a:t>广播导致网络信道上通讯冗余</a:t>
            </a:r>
            <a:endParaRPr lang="en-US" sz="1400">
              <a:latin typeface="微软雅黑"/>
              <a:ea typeface="微软雅黑"/>
            </a:endParaRPr>
          </a:p>
        </p:txBody>
      </p:sp>
      <p:sp>
        <p:nvSpPr>
          <p:cNvPr id="408" name="圆角矩形 36"/>
          <p:cNvSpPr/>
          <p:nvPr/>
        </p:nvSpPr>
        <p:spPr>
          <a:xfrm>
            <a:off x="3967163" y="3613150"/>
            <a:ext cx="4492625" cy="544513"/>
          </a:xfrm>
          <a:prstGeom prst="roundRect"/>
          <a:solidFill>
            <a:schemeClr val="bg1"/>
          </a:solidFill>
          <a:ln w="6350">
            <a:solidFill>
              <a:schemeClr val="tx1">
                <a:lumMod val="50000"/>
                <a:lumOff val="50000"/>
              </a:schemeClr>
            </a:solidFill>
            <a:prstDash val="solid"/>
            <a:miter lim="800000"/>
          </a:ln>
        </p:spPr>
        <p:txBody>
          <a:bodyPr lIns="152347" tIns="76174" rIns="152347" bIns="76174" anchor="ctr"/>
          <a:p>
            <a:pPr marL="0" lvl="0" indent="0" algn="ctr" defTabSz="914400">
              <a:lnSpc>
                <a:spcPct val="100000"/>
              </a:lnSpc>
              <a:spcBef>
                <a:spcPct val="1"/>
              </a:spcBef>
              <a:spcAft>
                <a:spcPct val="1"/>
              </a:spcAft>
              <a:buClrTx/>
              <a:buSzTx/>
              <a:buFont typeface="Arial" charset="0"/>
              <a:buNone/>
            </a:pPr>
            <a:endParaRPr lang="zh-CN" sz="1800" b="false" i="false" u="none" strike="noStrike" kern="1200" spc="0" baseline="0">
              <a:ln>
                <a:noFill/>
              </a:ln>
              <a:solidFill>
                <a:schemeClr val="lt1"/>
              </a:solidFill>
              <a:latin typeface="等线"/>
              <a:ea typeface="微软雅黑"/>
            </a:endParaRPr>
          </a:p>
        </p:txBody>
      </p:sp>
      <p:sp>
        <p:nvSpPr>
          <p:cNvPr id="409" name="TextBox 37"/>
          <p:cNvSpPr/>
          <p:nvPr/>
        </p:nvSpPr>
        <p:spPr>
          <a:xfrm>
            <a:off x="4006850" y="3779838"/>
            <a:ext cx="4452938" cy="215900"/>
          </a:xfrm>
          <a:prstGeom prst="rect"/>
          <a:noFill/>
          <a:ln>
            <a:noFill/>
            <a:miter lim="800000"/>
          </a:ln>
        </p:spPr>
        <p:txBody>
          <a:bodyPr lIns="0" tIns="0" rIns="0" bIns="0">
            <a:spAutoFit/>
          </a:bodyPr>
          <a:lstStyle>
            <a:lvl1pPr marL="0" lvl="0"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1pPr>
            <a:lvl2pPr marL="457200" lvl="1"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2pPr>
            <a:lvl3pPr marL="914400" lvl="2"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3pPr>
            <a:lvl4pPr marL="1371600" lvl="3"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4pPr>
            <a:lvl5pPr marL="1828800" lvl="4" indent="0" algn="l" defTabSz="914400">
              <a:lnSpc>
                <a:spcPct val="100000"/>
              </a:lnSpc>
              <a:spcBef>
                <a:spcPct val="1"/>
              </a:spcBef>
              <a:spcAft>
                <a:spcPct val="1"/>
              </a:spcAft>
              <a:buClrTx/>
              <a:buSzTx/>
              <a:buFont typeface="Arial"/>
              <a:buNone/>
              <a:defRPr lang="en-US" sz="1800" b="false" i="false" u="none" baseline="0">
                <a:solidFill>
                  <a:schemeClr val="tx1"/>
                </a:solidFill>
                <a:latin typeface="Franklin Gothic Book"/>
                <a:ea typeface="宋体"/>
              </a:defRPr>
            </a:lvl5pPr>
          </a:lstStyle>
          <a:p>
            <a:pPr marL="0" lvl="0" indent="0" algn="just"/>
            <a:r>
              <a:rPr lang="zh-CN" sz="1400">
                <a:latin typeface="微软雅黑"/>
                <a:ea typeface="微软雅黑"/>
              </a:rPr>
              <a:t>存储的冗余：多节点保存完整帐本，造成分布式存储冗余</a:t>
            </a:r>
            <a:endParaRPr lang="en-US" sz="1400">
              <a:latin typeface="微软雅黑"/>
              <a:ea typeface="微软雅黑"/>
            </a:endParaRPr>
          </a:p>
        </p:txBody>
      </p:sp>
    </p:spTree>
  </p:cSld>
  <p:clrMapOvr>
    <a:masterClrMapping/>
  </p:clrMapOvr>
</p:sld>
</file>

<file path=ppt/theme/theme1.xml><?xml version="1.0" encoding="utf-8"?>
<a:theme xmlns:a="http://schemas.openxmlformats.org/drawingml/2006/main" name="白色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默认字体"/>
        <a:ea typeface="默认字体"/>
        <a:cs typeface=""/>
      </a:majorFont>
      <a:minorFont>
        <a:latin typeface="默认字体"/>
        <a:ea typeface="默认字体"/>
        <a:cs typeface=""/>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默认字体"/>
        <a:ea typeface="默认字体"/>
        <a:cs typeface=""/>
      </a:majorFont>
      <a:minorFont>
        <a:latin typeface="默认字体"/>
        <a:ea typeface="默认字体"/>
        <a:cs typeface=""/>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2025-11-02T03:13:20Z</dcterms:created>
  <dcterms:modified xsi:type="dcterms:W3CDTF">2025-11-02T03:13:20Z</dcterms:modified>
</cp:coreProperties>
</file>